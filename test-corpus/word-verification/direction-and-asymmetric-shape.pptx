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direction-and-asymmetric-shape</a:t>
            </a:r>
          </a:p>
        </p:txBody>
      </p:sp>
      <p:sp>
        <p:nvSpPr>
          <p:cNvPr id="12" name="Debut" descr="Start"/>
          <p:cNvSpPr/>
          <p:nvPr/>
        </p:nvSpPr>
        <p:spPr>
          <a:xfrm>
            <a:off x="6672697" y="3425998"/>
            <a:ext cx="819287" cy="577505"/>
          </a:xfrm>
          <a:prstGeom prst="rect">
            <a:avLst/>
          </a:prstGeom>
          <a:solidFill>
            <a:srgbClr val="D9E2F3"/>
          </a:solidFill>
          <a:ln w="1026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3921" tIns="36960" rIns="73921" bIns="36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Debut</a:t>
            </a:r>
          </a:p>
        </p:txBody>
      </p:sp>
      <p:sp>
        <p:nvSpPr>
          <p:cNvPr id="13" name="Etape asymetrique" descr="Flag"/>
          <p:cNvSpPr/>
          <p:nvPr/>
        </p:nvSpPr>
        <p:spPr>
          <a:xfrm>
            <a:off x="4590598" y="3310497"/>
            <a:ext cx="1466093" cy="808507"/>
          </a:xfrm>
          <a:prstGeom prst="homePlate">
            <a:avLst/>
          </a:prstGeom>
          <a:solidFill>
            <a:srgbClr val="D9E2F3"/>
          </a:solidFill>
          <a:ln w="1026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3921" tIns="36960" rIns="73921" bIns="36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Etape asymetrique</a:t>
            </a:r>
          </a:p>
        </p:txBody>
      </p:sp>
      <p:sp>
        <p:nvSpPr>
          <p:cNvPr id="14" name="Decision" descr="Check"/>
          <p:cNvSpPr/>
          <p:nvPr/>
        </p:nvSpPr>
        <p:spPr>
          <a:xfrm>
            <a:off x="1670731" y="3137245"/>
            <a:ext cx="2303861" cy="1155011"/>
          </a:xfrm>
          <a:prstGeom prst="diamond">
            <a:avLst/>
          </a:prstGeom>
          <a:solidFill>
            <a:srgbClr val="D9E2F3"/>
          </a:solidFill>
          <a:ln w="1026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3921" tIns="36960" rIns="73921" bIns="36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Decision</a:t>
            </a:r>
          </a:p>
        </p:txBody>
      </p:sp>
      <p:sp>
        <p:nvSpPr>
          <p:cNvPr id="15" name="Fin" descr="End"/>
          <p:cNvSpPr/>
          <p:nvPr/>
        </p:nvSpPr>
        <p:spPr>
          <a:xfrm>
            <a:off x="457200" y="3425998"/>
            <a:ext cx="597525" cy="577505"/>
          </a:xfrm>
          <a:prstGeom prst="rect">
            <a:avLst/>
          </a:prstGeom>
          <a:solidFill>
            <a:srgbClr val="D9E2F3"/>
          </a:solidFill>
          <a:ln w="1026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3921" tIns="36960" rIns="73921" bIns="36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6" name="Start--Flag"/>
          <p:cNvCxnSpPr>
            <a:stCxn id="12" idx="1"/>
            <a:endCxn id="13" idx="3"/>
          </p:cNvCxnSpPr>
          <p:nvPr/>
        </p:nvCxnSpPr>
        <p:spPr>
          <a:xfrm flipH="1">
            <a:off x="6056691" y="3714750"/>
            <a:ext cx="616006" cy="0"/>
          </a:xfrm>
          <a:prstGeom prst="line">
            <a:avLst/>
          </a:prstGeom>
          <a:ln w="1026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Flag--Check"/>
          <p:cNvCxnSpPr>
            <a:stCxn id="13" idx="1"/>
            <a:endCxn id="14" idx="3"/>
          </p:cNvCxnSpPr>
          <p:nvPr/>
        </p:nvCxnSpPr>
        <p:spPr>
          <a:xfrm flipH="1">
            <a:off x="3974592" y="3714750"/>
            <a:ext cx="616006" cy="0"/>
          </a:xfrm>
          <a:prstGeom prst="line">
            <a:avLst/>
          </a:prstGeom>
          <a:ln w="1026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heck--End"/>
          <p:cNvCxnSpPr>
            <a:stCxn id="14" idx="1"/>
            <a:endCxn id="15" idx="3"/>
          </p:cNvCxnSpPr>
          <p:nvPr/>
        </p:nvCxnSpPr>
        <p:spPr>
          <a:xfrm flipH="1">
            <a:off x="1054725" y="3714750"/>
            <a:ext cx="616006" cy="0"/>
          </a:xfrm>
          <a:prstGeom prst="line">
            <a:avLst/>
          </a:prstGeom>
          <a:ln w="1026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dgeLabel"/>
          <p:cNvSpPr txBox="1"/>
          <p:nvPr/>
        </p:nvSpPr>
        <p:spPr>
          <a:xfrm>
            <a:off x="1168070" y="3622349"/>
            <a:ext cx="389316" cy="1848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0800" tIns="0" rIns="308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0" name="Check--Flag"/>
          <p:cNvCxnSpPr>
            <a:stCxn id="14" idx="3"/>
            <a:endCxn id="13" idx="1"/>
          </p:cNvCxnSpPr>
          <p:nvPr/>
        </p:nvCxnSpPr>
        <p:spPr>
          <a:xfrm>
            <a:off x="3974592" y="3714750"/>
            <a:ext cx="616006" cy="0"/>
          </a:xfrm>
          <a:prstGeom prst="line">
            <a:avLst/>
          </a:prstGeom>
          <a:ln w="1026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dgeLabel"/>
          <p:cNvSpPr txBox="1"/>
          <p:nvPr/>
        </p:nvSpPr>
        <p:spPr>
          <a:xfrm>
            <a:off x="4087937" y="3622349"/>
            <a:ext cx="389316" cy="1848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0800" tIns="0" rIns="308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non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flowchart RL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Start[Debut] --&gt; Flag&gt;Etape asymetrique]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Flag --&gt; Check{Decision}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Check --&gt;|oui| End[Fin]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Check --&gt;|non| Flag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direction-and-asymmetric-shape.md</dc:title>
  <dc:creator>md2nativedocx</dc:creator>
  <cp:lastModifiedBy>md2nativedocx</cp:lastModifiedBy>
  <dcterms:created xsi:type="dcterms:W3CDTF">2026-10-05T12:12:48Z</dcterms:created>
  <dcterms:modified xsi:type="dcterms:W3CDTF">2026-10-05T12:12:48Z</dcterms:modified>
</cp:coreProperties>
</file>