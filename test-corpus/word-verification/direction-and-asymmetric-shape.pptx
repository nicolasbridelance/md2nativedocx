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Word verification — direction-and-asymmetric-shape</a:t>
            </a:r>
          </a:p>
        </p:txBody>
      </p:sp>
      <p:sp>
        <p:nvSpPr>
          <p:cNvPr id="12" name="Debut" descr="Start"/>
          <p:cNvSpPr/>
          <p:nvPr/>
        </p:nvSpPr>
        <p:spPr>
          <a:xfrm>
            <a:off x="10421384" y="3251846"/>
            <a:ext cx="1313416" cy="925810"/>
          </a:xfrm>
          <a:prstGeom prst="rect">
            <a:avLst/>
          </a:prstGeom>
          <a:solidFill>
            <a:srgbClr val="D9E2F3"/>
          </a:solidFill>
          <a:ln w="1645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Etape asymetrique" descr="Flag"/>
          <p:cNvSpPr/>
          <p:nvPr/>
        </p:nvSpPr>
        <p:spPr>
          <a:xfrm>
            <a:off x="7083531" y="3066684"/>
            <a:ext cx="2350323" cy="1296134"/>
          </a:xfrm>
          <a:prstGeom prst="homePlate">
            <a:avLst/>
          </a:prstGeom>
          <a:solidFill>
            <a:srgbClr val="D9E2F3"/>
          </a:solidFill>
          <a:ln w="1645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Etape asymetrique</a:t>
            </a:r>
          </a:p>
        </p:txBody>
      </p:sp>
      <p:sp>
        <p:nvSpPr>
          <p:cNvPr id="14" name="Decision" descr="Check"/>
          <p:cNvSpPr/>
          <p:nvPr/>
        </p:nvSpPr>
        <p:spPr>
          <a:xfrm>
            <a:off x="2402635" y="2788940"/>
            <a:ext cx="3693365" cy="1851620"/>
          </a:xfrm>
          <a:prstGeom prst="diamond">
            <a:avLst/>
          </a:prstGeom>
          <a:solidFill>
            <a:srgbClr val="D9E2F3"/>
          </a:solidFill>
          <a:ln w="1645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5" name="Fin" descr="End"/>
          <p:cNvSpPr/>
          <p:nvPr/>
        </p:nvSpPr>
        <p:spPr>
          <a:xfrm>
            <a:off x="457200" y="3251846"/>
            <a:ext cx="957905" cy="925810"/>
          </a:xfrm>
          <a:prstGeom prst="rect">
            <a:avLst/>
          </a:prstGeom>
          <a:solidFill>
            <a:srgbClr val="D9E2F3"/>
          </a:solidFill>
          <a:ln w="1645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6" name="Start--Flag"/>
          <p:cNvCxnSpPr>
            <a:stCxn id="12" idx="1"/>
            <a:endCxn id="13" idx="3"/>
          </p:cNvCxnSpPr>
          <p:nvPr/>
        </p:nvCxnSpPr>
        <p:spPr>
          <a:xfrm flipH="1">
            <a:off x="9433854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ag--Check"/>
          <p:cNvCxnSpPr>
            <a:stCxn id="13" idx="1"/>
            <a:endCxn id="14" idx="3"/>
          </p:cNvCxnSpPr>
          <p:nvPr/>
        </p:nvCxnSpPr>
        <p:spPr>
          <a:xfrm flipH="1">
            <a:off x="6096000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eck--End"/>
          <p:cNvCxnSpPr>
            <a:stCxn id="14" idx="1"/>
            <a:endCxn id="15" idx="3"/>
          </p:cNvCxnSpPr>
          <p:nvPr/>
        </p:nvCxnSpPr>
        <p:spPr>
          <a:xfrm flipH="1">
            <a:off x="1415105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Label"/>
          <p:cNvSpPr txBox="1"/>
          <p:nvPr/>
        </p:nvSpPr>
        <p:spPr>
          <a:xfrm>
            <a:off x="1596810" y="3566620"/>
            <a:ext cx="624119" cy="296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9377" tIns="0" rIns="49377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37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0" name="Check--Flag"/>
          <p:cNvCxnSpPr>
            <a:stCxn id="14" idx="3"/>
            <a:endCxn id="13" idx="1"/>
          </p:cNvCxnSpPr>
          <p:nvPr/>
        </p:nvCxnSpPr>
        <p:spPr>
          <a:xfrm>
            <a:off x="6096000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Label"/>
          <p:cNvSpPr txBox="1"/>
          <p:nvPr/>
        </p:nvSpPr>
        <p:spPr>
          <a:xfrm>
            <a:off x="6277706" y="3566620"/>
            <a:ext cx="624119" cy="296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9377" tIns="0" rIns="49377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37" dirty="0">
                <a:solidFill>
                  <a:srgbClr val="000000"/>
                </a:solidFill>
              </a:rPr>
              <a:t>non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direction-and-asymmetric-shape.md</dc:title>
  <dc:creator>md2nativedocx</dc:creator>
  <cp:lastModifiedBy>md2nativedocx</cp:lastModifiedBy>
  <dcterms:created xsi:type="dcterms:W3CDTF">2026-10-05T12:06:24Z</dcterms:created>
  <dcterms:modified xsi:type="dcterms:W3CDTF">2026-10-05T12:06:24Z</dcterms:modified>
</cp:coreProperties>
</file>