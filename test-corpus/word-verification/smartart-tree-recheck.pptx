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Arbre SmartArt (re-vérification)</a:t>
            </a:r>
          </a:p>
        </p:txBody>
      </p:sp>
      <p:sp>
        <p:nvSpPr>
          <p:cNvPr id="12" name="A" descr="A"/>
          <p:cNvSpPr/>
          <p:nvPr/>
        </p:nvSpPr>
        <p:spPr>
          <a:xfrm>
            <a:off x="5278507" y="1028700"/>
            <a:ext cx="1634987" cy="1751772"/>
          </a:xfrm>
          <a:prstGeom prst="rect">
            <a:avLst/>
          </a:prstGeom>
          <a:solidFill>
            <a:srgbClr val="D9E2F3"/>
          </a:solidFill>
          <a:ln w="3114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24227" tIns="112113" rIns="224227" bIns="1121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943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3" name="B" descr="B"/>
          <p:cNvSpPr/>
          <p:nvPr/>
        </p:nvSpPr>
        <p:spPr>
          <a:xfrm>
            <a:off x="2242102" y="4649028"/>
            <a:ext cx="1634987" cy="1751772"/>
          </a:xfrm>
          <a:prstGeom prst="rect">
            <a:avLst/>
          </a:prstGeom>
          <a:solidFill>
            <a:srgbClr val="D9E2F3"/>
          </a:solidFill>
          <a:ln w="3114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24227" tIns="112113" rIns="224227" bIns="1121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943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4" name="C" descr="C"/>
          <p:cNvSpPr/>
          <p:nvPr/>
        </p:nvSpPr>
        <p:spPr>
          <a:xfrm>
            <a:off x="5278507" y="4649028"/>
            <a:ext cx="1634987" cy="1751772"/>
          </a:xfrm>
          <a:prstGeom prst="rect">
            <a:avLst/>
          </a:prstGeom>
          <a:solidFill>
            <a:srgbClr val="D9E2F3"/>
          </a:solidFill>
          <a:ln w="3114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24227" tIns="112113" rIns="224227" bIns="1121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943" dirty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D" descr="D"/>
          <p:cNvSpPr/>
          <p:nvPr/>
        </p:nvSpPr>
        <p:spPr>
          <a:xfrm>
            <a:off x="8314911" y="4649028"/>
            <a:ext cx="1634987" cy="1751772"/>
          </a:xfrm>
          <a:prstGeom prst="rect">
            <a:avLst/>
          </a:prstGeom>
          <a:solidFill>
            <a:srgbClr val="D9E2F3"/>
          </a:solidFill>
          <a:ln w="3114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24227" tIns="112113" rIns="224227" bIns="1121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943" dirty="0">
                <a:solidFill>
                  <a:srgbClr val="000000"/>
                </a:solidFill>
              </a:rPr>
              <a:t>D</a:t>
            </a:r>
          </a:p>
        </p:txBody>
      </p:sp>
      <p:cxnSp>
        <p:nvCxnSpPr>
          <p:cNvPr id="16" name="A--B"/>
          <p:cNvCxnSpPr>
            <a:stCxn id="12" idx="2"/>
            <a:endCxn id="13" idx="0"/>
          </p:cNvCxnSpPr>
          <p:nvPr/>
        </p:nvCxnSpPr>
        <p:spPr>
          <a:xfrm flipH="1">
            <a:off x="3059596" y="2780472"/>
            <a:ext cx="3036404" cy="1868557"/>
          </a:xfrm>
          <a:prstGeom prst="line">
            <a:avLst/>
          </a:prstGeom>
          <a:ln w="3114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--C"/>
          <p:cNvCxnSpPr>
            <a:stCxn id="12" idx="2"/>
            <a:endCxn id="14" idx="0"/>
          </p:cNvCxnSpPr>
          <p:nvPr/>
        </p:nvCxnSpPr>
        <p:spPr>
          <a:xfrm>
            <a:off x="6096000" y="2780472"/>
            <a:ext cx="0" cy="1868557"/>
          </a:xfrm>
          <a:prstGeom prst="line">
            <a:avLst/>
          </a:prstGeom>
          <a:ln w="3114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--D"/>
          <p:cNvCxnSpPr>
            <a:stCxn id="12" idx="2"/>
            <a:endCxn id="15" idx="0"/>
          </p:cNvCxnSpPr>
          <p:nvPr/>
        </p:nvCxnSpPr>
        <p:spPr>
          <a:xfrm>
            <a:off x="6096000" y="2780472"/>
            <a:ext cx="3036404" cy="1868557"/>
          </a:xfrm>
          <a:prstGeom prst="line">
            <a:avLst/>
          </a:prstGeom>
          <a:ln w="3114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smartart-tree-recheck.md</dc:title>
  <dc:creator>md2nativedocx</dc:creator>
  <cp:lastModifiedBy>md2nativedocx</cp:lastModifiedBy>
  <dcterms:created xsi:type="dcterms:W3CDTF">2026-10-05T12:06:33Z</dcterms:created>
  <dcterms:modified xsi:type="dcterms:W3CDTF">2026-10-05T12:06:33Z</dcterms:modified>
</cp:coreProperties>
</file>