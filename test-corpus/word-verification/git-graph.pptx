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/>
      </a:lvl1pPr>
    </p:titleStyle>
    <p:bodyStyle>
      <a:lvl1pPr algn="l">
        <a:defRPr sz="1800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git-graph</a:t>
            </a:r>
          </a:p>
        </p:txBody>
      </p:sp>
      <p:cxnSp>
        <p:nvCxnSpPr>
          <p:cNvPr id="11" name="Connector 1"/>
          <p:cNvCxnSpPr/>
          <p:nvPr/>
        </p:nvCxnSpPr>
        <p:spPr>
          <a:xfrm>
            <a:off x="1248709" y="3188175"/>
            <a:ext cx="1077176" cy="1053150"/>
          </a:xfrm>
          <a:prstGeom prst="line">
            <a:avLst/>
          </a:prstGeom>
          <a:ln w="16455">
            <a:solidFill>
              <a:srgbClr val="4472C4"/>
            </a:solidFill>
            <a:prstDash val="solid"/>
          </a:ln>
        </p:spPr>
      </p:cxnSp>
      <p:cxnSp>
        <p:nvCxnSpPr>
          <p:cNvPr id="12" name="Connector 2"/>
          <p:cNvCxnSpPr/>
          <p:nvPr/>
        </p:nvCxnSpPr>
        <p:spPr>
          <a:xfrm>
            <a:off x="1248709" y="3188175"/>
            <a:ext cx="2154351" cy="1"/>
          </a:xfrm>
          <a:prstGeom prst="line">
            <a:avLst/>
          </a:prstGeom>
          <a:ln w="16455">
            <a:solidFill>
              <a:srgbClr val="4472C4"/>
            </a:solidFill>
            <a:prstDash val="solid"/>
          </a:ln>
        </p:spPr>
      </p:cxnSp>
      <p:cxnSp>
        <p:nvCxnSpPr>
          <p:cNvPr id="13" name="Connector 3"/>
          <p:cNvCxnSpPr/>
          <p:nvPr/>
        </p:nvCxnSpPr>
        <p:spPr>
          <a:xfrm>
            <a:off x="1248709" y="3188175"/>
            <a:ext cx="3231527" cy="526575"/>
          </a:xfrm>
          <a:prstGeom prst="line">
            <a:avLst/>
          </a:prstGeom>
          <a:ln w="16455">
            <a:solidFill>
              <a:srgbClr val="4472C4"/>
            </a:solidFill>
            <a:prstDash val="solid"/>
          </a:ln>
        </p:spPr>
      </p:cxnSp>
      <p:cxnSp>
        <p:nvCxnSpPr>
          <p:cNvPr id="14" name="Connector 4"/>
          <p:cNvCxnSpPr/>
          <p:nvPr/>
        </p:nvCxnSpPr>
        <p:spPr>
          <a:xfrm>
            <a:off x="3403060" y="3188175"/>
            <a:ext cx="2154352" cy="1"/>
          </a:xfrm>
          <a:prstGeom prst="line">
            <a:avLst/>
          </a:prstGeom>
          <a:ln w="16455">
            <a:solidFill>
              <a:srgbClr val="4472C4"/>
            </a:solidFill>
            <a:prstDash val="solid"/>
          </a:ln>
        </p:spPr>
      </p:cxnSp>
      <p:cxnSp>
        <p:nvCxnSpPr>
          <p:cNvPr id="15" name="Connector 5"/>
          <p:cNvCxnSpPr/>
          <p:nvPr/>
        </p:nvCxnSpPr>
        <p:spPr>
          <a:xfrm flipV="1">
            <a:off x="4480236" y="3188175"/>
            <a:ext cx="1077176" cy="526575"/>
          </a:xfrm>
          <a:prstGeom prst="line">
            <a:avLst/>
          </a:prstGeom>
          <a:ln w="16455">
            <a:solidFill>
              <a:srgbClr val="ED7D31"/>
            </a:solidFill>
            <a:prstDash val="solid"/>
          </a:ln>
        </p:spPr>
      </p:cxnSp>
      <p:cxnSp>
        <p:nvCxnSpPr>
          <p:cNvPr id="16" name="Connector 6"/>
          <p:cNvCxnSpPr/>
          <p:nvPr/>
        </p:nvCxnSpPr>
        <p:spPr>
          <a:xfrm>
            <a:off x="5557412" y="3188175"/>
            <a:ext cx="1077176" cy="1"/>
          </a:xfrm>
          <a:prstGeom prst="line">
            <a:avLst/>
          </a:prstGeom>
          <a:ln w="16455">
            <a:solidFill>
              <a:srgbClr val="4472C4"/>
            </a:solidFill>
            <a:prstDash val="solid"/>
          </a:ln>
        </p:spPr>
      </p:cxnSp>
      <p:cxnSp>
        <p:nvCxnSpPr>
          <p:cNvPr id="17" name="Connector 7"/>
          <p:cNvCxnSpPr/>
          <p:nvPr/>
        </p:nvCxnSpPr>
        <p:spPr>
          <a:xfrm>
            <a:off x="2325885" y="4241325"/>
            <a:ext cx="5385879" cy="1"/>
          </a:xfrm>
          <a:prstGeom prst="line">
            <a:avLst/>
          </a:prstGeom>
          <a:ln w="16455">
            <a:solidFill>
              <a:srgbClr val="70AD47"/>
            </a:solidFill>
            <a:prstDash val="solid"/>
          </a:ln>
        </p:spPr>
      </p:cxnSp>
      <p:cxnSp>
        <p:nvCxnSpPr>
          <p:cNvPr id="18" name="Connector 8"/>
          <p:cNvCxnSpPr/>
          <p:nvPr/>
        </p:nvCxnSpPr>
        <p:spPr>
          <a:xfrm>
            <a:off x="5557412" y="3188175"/>
            <a:ext cx="2154352" cy="1053150"/>
          </a:xfrm>
          <a:prstGeom prst="line">
            <a:avLst/>
          </a:prstGeom>
          <a:ln w="8228">
            <a:solidFill>
              <a:srgbClr val="808080"/>
            </a:solidFill>
            <a:prstDash val="dash"/>
          </a:ln>
        </p:spPr>
      </p:cxnSp>
      <p:cxnSp>
        <p:nvCxnSpPr>
          <p:cNvPr id="19" name="Connector 9"/>
          <p:cNvCxnSpPr/>
          <p:nvPr/>
        </p:nvCxnSpPr>
        <p:spPr>
          <a:xfrm>
            <a:off x="7711764" y="4241325"/>
            <a:ext cx="1077176" cy="1"/>
          </a:xfrm>
          <a:prstGeom prst="line">
            <a:avLst/>
          </a:prstGeom>
          <a:ln w="16455">
            <a:solidFill>
              <a:srgbClr val="70AD47"/>
            </a:solidFill>
            <a:prstDash val="solid"/>
          </a:ln>
        </p:spPr>
      </p:cxnSp>
      <p:cxnSp>
        <p:nvCxnSpPr>
          <p:cNvPr id="20" name="Connector 10"/>
          <p:cNvCxnSpPr/>
          <p:nvPr/>
        </p:nvCxnSpPr>
        <p:spPr>
          <a:xfrm>
            <a:off x="4480236" y="3714750"/>
            <a:ext cx="5385879" cy="1"/>
          </a:xfrm>
          <a:prstGeom prst="line">
            <a:avLst/>
          </a:prstGeom>
          <a:ln w="16455">
            <a:solidFill>
              <a:srgbClr val="ED7D31"/>
            </a:solidFill>
            <a:prstDash val="solid"/>
          </a:ln>
        </p:spPr>
      </p:cxnSp>
      <p:sp>
        <p:nvSpPr>
          <p:cNvPr id="21" name="Shape 11"/>
          <p:cNvSpPr/>
          <p:nvPr/>
        </p:nvSpPr>
        <p:spPr>
          <a:xfrm>
            <a:off x="1182887" y="3122353"/>
            <a:ext cx="131644" cy="131644"/>
          </a:xfrm>
          <a:prstGeom prst="ellipse">
            <a:avLst/>
          </a:prstGeom>
          <a:solidFill>
            <a:srgbClr val="4472C4"/>
          </a:solidFill>
          <a:ln w="9525">
            <a:solidFill>
              <a:srgbClr val="404040"/>
            </a:solidFill>
          </a:ln>
        </p:spPr>
      </p:sp>
      <p:sp>
        <p:nvSpPr>
          <p:cNvPr id="22" name="Text 12"/>
          <p:cNvSpPr txBox="1"/>
          <p:nvPr/>
        </p:nvSpPr>
        <p:spPr>
          <a:xfrm>
            <a:off x="1112128" y="3303363"/>
            <a:ext cx="273161" cy="1316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404040"/>
                </a:solidFill>
              </a:rPr>
              <a:t>ZERO</a:t>
            </a:r>
          </a:p>
        </p:txBody>
      </p:sp>
      <p:sp>
        <p:nvSpPr>
          <p:cNvPr id="23" name="Shape 13"/>
          <p:cNvSpPr/>
          <p:nvPr/>
        </p:nvSpPr>
        <p:spPr>
          <a:xfrm>
            <a:off x="2260063" y="4175503"/>
            <a:ext cx="131644" cy="131644"/>
          </a:xfrm>
          <a:prstGeom prst="ellipse">
            <a:avLst/>
          </a:prstGeom>
          <a:solidFill>
            <a:srgbClr val="70AD47"/>
          </a:solidFill>
          <a:ln w="9525">
            <a:solidFill>
              <a:srgbClr val="404040"/>
            </a:solidFill>
          </a:ln>
        </p:spPr>
      </p:sp>
      <p:sp>
        <p:nvSpPr>
          <p:cNvPr id="24" name="Text 14"/>
          <p:cNvSpPr txBox="1"/>
          <p:nvPr/>
        </p:nvSpPr>
        <p:spPr>
          <a:xfrm>
            <a:off x="2267056" y="4356514"/>
            <a:ext cx="117657" cy="1316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404040"/>
                </a:solidFill>
              </a:rPr>
              <a:t>A</a:t>
            </a:r>
          </a:p>
        </p:txBody>
      </p:sp>
      <p:sp>
        <p:nvSpPr>
          <p:cNvPr id="25" name="Shape 15"/>
          <p:cNvSpPr/>
          <p:nvPr/>
        </p:nvSpPr>
        <p:spPr>
          <a:xfrm>
            <a:off x="3337238" y="3122353"/>
            <a:ext cx="131644" cy="131644"/>
          </a:xfrm>
          <a:prstGeom prst="ellipse">
            <a:avLst/>
          </a:prstGeom>
          <a:solidFill>
            <a:srgbClr val="4472C4"/>
          </a:solidFill>
          <a:ln w="9525">
            <a:solidFill>
              <a:srgbClr val="404040"/>
            </a:solidFill>
          </a:ln>
        </p:spPr>
      </p:sp>
      <p:sp>
        <p:nvSpPr>
          <p:cNvPr id="26" name="Text 16"/>
          <p:cNvSpPr txBox="1"/>
          <p:nvPr/>
        </p:nvSpPr>
        <p:spPr>
          <a:xfrm>
            <a:off x="3292397" y="3303363"/>
            <a:ext cx="221326" cy="1316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404040"/>
                </a:solidFill>
              </a:rPr>
              <a:t>ONE</a:t>
            </a:r>
          </a:p>
        </p:txBody>
      </p:sp>
      <p:sp>
        <p:nvSpPr>
          <p:cNvPr id="27" name="Shape 17"/>
          <p:cNvSpPr/>
          <p:nvPr/>
        </p:nvSpPr>
        <p:spPr>
          <a:xfrm>
            <a:off x="4414414" y="3648928"/>
            <a:ext cx="131644" cy="131644"/>
          </a:xfrm>
          <a:prstGeom prst="ellipse">
            <a:avLst/>
          </a:prstGeom>
          <a:solidFill>
            <a:srgbClr val="ED7D31"/>
          </a:solidFill>
          <a:ln w="9525">
            <a:solidFill>
              <a:srgbClr val="404040"/>
            </a:solidFill>
          </a:ln>
        </p:spPr>
      </p:sp>
      <p:sp>
        <p:nvSpPr>
          <p:cNvPr id="28" name="Text 18"/>
          <p:cNvSpPr txBox="1"/>
          <p:nvPr/>
        </p:nvSpPr>
        <p:spPr>
          <a:xfrm>
            <a:off x="4421408" y="3829938"/>
            <a:ext cx="117657" cy="1316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404040"/>
                </a:solidFill>
              </a:rPr>
              <a:t>B</a:t>
            </a:r>
          </a:p>
        </p:txBody>
      </p:sp>
      <p:sp>
        <p:nvSpPr>
          <p:cNvPr id="29" name="Shape 19"/>
          <p:cNvSpPr/>
          <p:nvPr/>
        </p:nvSpPr>
        <p:spPr>
          <a:xfrm>
            <a:off x="5491590" y="3122353"/>
            <a:ext cx="131644" cy="131644"/>
          </a:xfrm>
          <a:prstGeom prst="ellipse">
            <a:avLst/>
          </a:prstGeom>
          <a:solidFill>
            <a:srgbClr val="4472C4"/>
          </a:solidFill>
          <a:ln w="9525">
            <a:solidFill>
              <a:srgbClr val="404040"/>
            </a:solidFill>
          </a:ln>
        </p:spPr>
      </p:sp>
      <p:sp>
        <p:nvSpPr>
          <p:cNvPr id="30" name="Shape 20"/>
          <p:cNvSpPr/>
          <p:nvPr/>
        </p:nvSpPr>
        <p:spPr>
          <a:xfrm>
            <a:off x="5524501" y="3155264"/>
            <a:ext cx="65822" cy="65822"/>
          </a:xfrm>
          <a:prstGeom prst="ellipse">
            <a:avLst/>
          </a:prstGeom>
          <a:solidFill>
            <a:srgbClr val="FFFFFF"/>
          </a:solidFill>
          <a:ln w="9525">
            <a:solidFill>
              <a:srgbClr val="4472C4"/>
            </a:solidFill>
          </a:ln>
        </p:spPr>
      </p:sp>
      <p:sp>
        <p:nvSpPr>
          <p:cNvPr id="31" name="Text 21"/>
          <p:cNvSpPr txBox="1"/>
          <p:nvPr/>
        </p:nvSpPr>
        <p:spPr>
          <a:xfrm>
            <a:off x="5394914" y="3303363"/>
            <a:ext cx="324996" cy="1316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404040"/>
                </a:solidFill>
              </a:rPr>
              <a:t>MERGE</a:t>
            </a:r>
          </a:p>
        </p:txBody>
      </p:sp>
      <p:sp>
        <p:nvSpPr>
          <p:cNvPr id="32" name="Shape 22"/>
          <p:cNvSpPr/>
          <p:nvPr/>
        </p:nvSpPr>
        <p:spPr>
          <a:xfrm>
            <a:off x="6568766" y="3122353"/>
            <a:ext cx="131644" cy="131644"/>
          </a:xfrm>
          <a:prstGeom prst="ellipse">
            <a:avLst/>
          </a:prstGeom>
          <a:solidFill>
            <a:srgbClr val="4472C4"/>
          </a:solidFill>
          <a:ln w="9525">
            <a:solidFill>
              <a:srgbClr val="404040"/>
            </a:solidFill>
          </a:ln>
        </p:spPr>
      </p:sp>
      <p:sp>
        <p:nvSpPr>
          <p:cNvPr id="33" name="Text 23"/>
          <p:cNvSpPr txBox="1"/>
          <p:nvPr/>
        </p:nvSpPr>
        <p:spPr>
          <a:xfrm>
            <a:off x="6523925" y="3303363"/>
            <a:ext cx="221326" cy="1316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404040"/>
                </a:solidFill>
              </a:rPr>
              <a:t>TWO</a:t>
            </a:r>
          </a:p>
        </p:txBody>
      </p:sp>
      <p:sp>
        <p:nvSpPr>
          <p:cNvPr id="34" name="Shape 24"/>
          <p:cNvSpPr/>
          <p:nvPr/>
        </p:nvSpPr>
        <p:spPr>
          <a:xfrm>
            <a:off x="7645942" y="4175503"/>
            <a:ext cx="131644" cy="131644"/>
          </a:xfrm>
          <a:prstGeom prst="ellipse">
            <a:avLst/>
          </a:prstGeom>
          <a:solidFill>
            <a:srgbClr val="70AD47"/>
          </a:solidFill>
          <a:ln w="9525">
            <a:solidFill>
              <a:srgbClr val="404040"/>
            </a:solidFill>
          </a:ln>
        </p:spPr>
      </p:sp>
      <p:sp>
        <p:nvSpPr>
          <p:cNvPr id="35" name="Text 25"/>
          <p:cNvSpPr txBox="1"/>
          <p:nvPr/>
        </p:nvSpPr>
        <p:spPr>
          <a:xfrm>
            <a:off x="6742865" y="4356514"/>
            <a:ext cx="1937798" cy="1316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404040"/>
                </a:solidFill>
              </a:rPr>
              <a:t>MERGE-cherry-pick-1 (cherry-pick of MERGE)</a:t>
            </a:r>
          </a:p>
        </p:txBody>
      </p:sp>
      <p:sp>
        <p:nvSpPr>
          <p:cNvPr id="36" name="Shape 26"/>
          <p:cNvSpPr/>
          <p:nvPr/>
        </p:nvSpPr>
        <p:spPr>
          <a:xfrm>
            <a:off x="8723118" y="4175503"/>
            <a:ext cx="131644" cy="131644"/>
          </a:xfrm>
          <a:prstGeom prst="ellipse">
            <a:avLst/>
          </a:prstGeom>
          <a:solidFill>
            <a:srgbClr val="70AD47"/>
          </a:solidFill>
          <a:ln w="9525">
            <a:solidFill>
              <a:srgbClr val="404040"/>
            </a:solidFill>
          </a:ln>
        </p:spPr>
      </p:sp>
      <p:sp>
        <p:nvSpPr>
          <p:cNvPr id="37" name="Text 27"/>
          <p:cNvSpPr txBox="1"/>
          <p:nvPr/>
        </p:nvSpPr>
        <p:spPr>
          <a:xfrm>
            <a:off x="8626442" y="4356514"/>
            <a:ext cx="324996" cy="1316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404040"/>
                </a:solidFill>
              </a:rPr>
              <a:t>THREE</a:t>
            </a:r>
          </a:p>
        </p:txBody>
      </p:sp>
      <p:sp>
        <p:nvSpPr>
          <p:cNvPr id="38" name="Shape 28"/>
          <p:cNvSpPr/>
          <p:nvPr/>
        </p:nvSpPr>
        <p:spPr>
          <a:xfrm>
            <a:off x="9800293" y="3648928"/>
            <a:ext cx="131644" cy="131644"/>
          </a:xfrm>
          <a:prstGeom prst="ellipse">
            <a:avLst/>
          </a:prstGeom>
          <a:solidFill>
            <a:srgbClr val="ED7D31"/>
          </a:solidFill>
          <a:ln w="9525">
            <a:solidFill>
              <a:srgbClr val="404040"/>
            </a:solidFill>
          </a:ln>
        </p:spPr>
      </p:sp>
      <p:sp>
        <p:nvSpPr>
          <p:cNvPr id="39" name="Text 29"/>
          <p:cNvSpPr txBox="1"/>
          <p:nvPr/>
        </p:nvSpPr>
        <p:spPr>
          <a:xfrm>
            <a:off x="9807287" y="3829938"/>
            <a:ext cx="117657" cy="1316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404040"/>
                </a:solidFill>
              </a:rPr>
              <a:t>C</a:t>
            </a:r>
          </a:p>
        </p:txBody>
      </p:sp>
      <p:sp>
        <p:nvSpPr>
          <p:cNvPr id="40" name="Text 30"/>
          <p:cNvSpPr txBox="1"/>
          <p:nvPr/>
        </p:nvSpPr>
        <p:spPr>
          <a:xfrm>
            <a:off x="10801774" y="3122353"/>
            <a:ext cx="283034" cy="1480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800" dirty="0">
                <a:solidFill>
                  <a:srgbClr val="4472C4"/>
                </a:solidFill>
              </a:rPr>
              <a:t>main</a:t>
            </a:r>
          </a:p>
        </p:txBody>
      </p:sp>
      <p:sp>
        <p:nvSpPr>
          <p:cNvPr id="41" name="Text 31"/>
          <p:cNvSpPr txBox="1"/>
          <p:nvPr/>
        </p:nvSpPr>
        <p:spPr>
          <a:xfrm>
            <a:off x="10720320" y="3648928"/>
            <a:ext cx="445944" cy="1480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800" dirty="0">
                <a:solidFill>
                  <a:srgbClr val="ED7D31"/>
                </a:solidFill>
              </a:rPr>
              <a:t>develop</a:t>
            </a:r>
          </a:p>
        </p:txBody>
      </p:sp>
      <p:sp>
        <p:nvSpPr>
          <p:cNvPr id="42" name="Text 32"/>
          <p:cNvSpPr txBox="1"/>
          <p:nvPr/>
        </p:nvSpPr>
        <p:spPr>
          <a:xfrm>
            <a:off x="10720320" y="4175504"/>
            <a:ext cx="445944" cy="1480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800" dirty="0">
                <a:solidFill>
                  <a:srgbClr val="70AD47"/>
                </a:solidFill>
              </a:rPr>
              <a:t>release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d2nativedocx">
  <a:themeElements>
    <a:clrScheme name="md2nativedocx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2nativedocx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md2nativedoc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md2nativedocx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git-graph.md</dc:title>
  <dc:creator>md2nativedocx</dc:creator>
  <cp:lastModifiedBy>md2nativedocx</cp:lastModifiedBy>
  <dcterms:created xsi:type="dcterms:W3CDTF">2026-10-05T12:06:26Z</dcterms:created>
  <dcterms:modified xsi:type="dcterms:W3CDTF">2026-10-05T12:06:26Z</dcterms:modified>
</cp:coreProperties>
</file>