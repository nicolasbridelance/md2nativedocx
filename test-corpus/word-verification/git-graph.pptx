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/>
      </a:lvl1pPr>
    </p:titleStyle>
    <p:bodyStyle>
      <a:lvl1pPr algn="l">
        <a:defRPr sz="1800"/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git-graph</a:t>
            </a:r>
          </a:p>
        </p:txBody>
      </p:sp>
      <p:cxnSp>
        <p:nvCxnSpPr>
          <p:cNvPr id="11" name="Connector 1"/>
          <p:cNvCxnSpPr/>
          <p:nvPr/>
        </p:nvCxnSpPr>
        <p:spPr>
          <a:xfrm>
            <a:off x="950930" y="3386281"/>
            <a:ext cx="671925" cy="656939"/>
          </a:xfrm>
          <a:prstGeom prst="line">
            <a:avLst/>
          </a:prstGeom>
          <a:ln w="10265">
            <a:solidFill>
              <a:srgbClr val="4472C4"/>
            </a:solidFill>
            <a:prstDash val="solid"/>
          </a:ln>
        </p:spPr>
      </p:cxnSp>
      <p:cxnSp>
        <p:nvCxnSpPr>
          <p:cNvPr id="12" name="Connector 2"/>
          <p:cNvCxnSpPr/>
          <p:nvPr/>
        </p:nvCxnSpPr>
        <p:spPr>
          <a:xfrm>
            <a:off x="950930" y="3386281"/>
            <a:ext cx="1343850" cy="1"/>
          </a:xfrm>
          <a:prstGeom prst="line">
            <a:avLst/>
          </a:prstGeom>
          <a:ln w="10265">
            <a:solidFill>
              <a:srgbClr val="4472C4"/>
            </a:solidFill>
            <a:prstDash val="solid"/>
          </a:ln>
        </p:spPr>
      </p:cxnSp>
      <p:cxnSp>
        <p:nvCxnSpPr>
          <p:cNvPr id="13" name="Connector 3"/>
          <p:cNvCxnSpPr/>
          <p:nvPr/>
        </p:nvCxnSpPr>
        <p:spPr>
          <a:xfrm>
            <a:off x="950930" y="3386281"/>
            <a:ext cx="2015775" cy="328469"/>
          </a:xfrm>
          <a:prstGeom prst="line">
            <a:avLst/>
          </a:prstGeom>
          <a:ln w="10265">
            <a:solidFill>
              <a:srgbClr val="4472C4"/>
            </a:solidFill>
            <a:prstDash val="solid"/>
          </a:ln>
        </p:spPr>
      </p:cxnSp>
      <p:cxnSp>
        <p:nvCxnSpPr>
          <p:cNvPr id="14" name="Connector 4"/>
          <p:cNvCxnSpPr/>
          <p:nvPr/>
        </p:nvCxnSpPr>
        <p:spPr>
          <a:xfrm>
            <a:off x="2294780" y="3386281"/>
            <a:ext cx="1343850" cy="1"/>
          </a:xfrm>
          <a:prstGeom prst="line">
            <a:avLst/>
          </a:prstGeom>
          <a:ln w="10265">
            <a:solidFill>
              <a:srgbClr val="4472C4"/>
            </a:solidFill>
            <a:prstDash val="solid"/>
          </a:ln>
        </p:spPr>
      </p:cxnSp>
      <p:cxnSp>
        <p:nvCxnSpPr>
          <p:cNvPr id="15" name="Connector 5"/>
          <p:cNvCxnSpPr/>
          <p:nvPr/>
        </p:nvCxnSpPr>
        <p:spPr>
          <a:xfrm flipV="1">
            <a:off x="2966705" y="3386281"/>
            <a:ext cx="671925" cy="328469"/>
          </a:xfrm>
          <a:prstGeom prst="line">
            <a:avLst/>
          </a:prstGeom>
          <a:ln w="10265">
            <a:solidFill>
              <a:srgbClr val="ED7D31"/>
            </a:solidFill>
            <a:prstDash val="solid"/>
          </a:ln>
        </p:spPr>
      </p:cxnSp>
      <p:cxnSp>
        <p:nvCxnSpPr>
          <p:cNvPr id="16" name="Connector 6"/>
          <p:cNvCxnSpPr/>
          <p:nvPr/>
        </p:nvCxnSpPr>
        <p:spPr>
          <a:xfrm>
            <a:off x="3638630" y="3386281"/>
            <a:ext cx="671924" cy="1"/>
          </a:xfrm>
          <a:prstGeom prst="line">
            <a:avLst/>
          </a:prstGeom>
          <a:ln w="10265">
            <a:solidFill>
              <a:srgbClr val="4472C4"/>
            </a:solidFill>
            <a:prstDash val="solid"/>
          </a:ln>
        </p:spPr>
      </p:cxnSp>
      <p:cxnSp>
        <p:nvCxnSpPr>
          <p:cNvPr id="17" name="Connector 7"/>
          <p:cNvCxnSpPr/>
          <p:nvPr/>
        </p:nvCxnSpPr>
        <p:spPr>
          <a:xfrm>
            <a:off x="1622855" y="4043220"/>
            <a:ext cx="3359624" cy="1"/>
          </a:xfrm>
          <a:prstGeom prst="line">
            <a:avLst/>
          </a:prstGeom>
          <a:ln w="10265">
            <a:solidFill>
              <a:srgbClr val="70AD47"/>
            </a:solidFill>
            <a:prstDash val="solid"/>
          </a:ln>
        </p:spPr>
      </p:cxnSp>
      <p:cxnSp>
        <p:nvCxnSpPr>
          <p:cNvPr id="18" name="Connector 8"/>
          <p:cNvCxnSpPr/>
          <p:nvPr/>
        </p:nvCxnSpPr>
        <p:spPr>
          <a:xfrm>
            <a:off x="3638630" y="3386281"/>
            <a:ext cx="1343849" cy="656939"/>
          </a:xfrm>
          <a:prstGeom prst="line">
            <a:avLst/>
          </a:prstGeom>
          <a:ln w="5132">
            <a:solidFill>
              <a:srgbClr val="808080"/>
            </a:solidFill>
            <a:prstDash val="dash"/>
          </a:ln>
        </p:spPr>
      </p:cxnSp>
      <p:cxnSp>
        <p:nvCxnSpPr>
          <p:cNvPr id="19" name="Connector 9"/>
          <p:cNvCxnSpPr/>
          <p:nvPr/>
        </p:nvCxnSpPr>
        <p:spPr>
          <a:xfrm>
            <a:off x="4982479" y="4043220"/>
            <a:ext cx="671925" cy="1"/>
          </a:xfrm>
          <a:prstGeom prst="line">
            <a:avLst/>
          </a:prstGeom>
          <a:ln w="10265">
            <a:solidFill>
              <a:srgbClr val="70AD47"/>
            </a:solidFill>
            <a:prstDash val="solid"/>
          </a:ln>
        </p:spPr>
      </p:cxnSp>
      <p:cxnSp>
        <p:nvCxnSpPr>
          <p:cNvPr id="20" name="Connector 10"/>
          <p:cNvCxnSpPr/>
          <p:nvPr/>
        </p:nvCxnSpPr>
        <p:spPr>
          <a:xfrm>
            <a:off x="2966705" y="3714750"/>
            <a:ext cx="3359624" cy="1"/>
          </a:xfrm>
          <a:prstGeom prst="line">
            <a:avLst/>
          </a:prstGeom>
          <a:ln w="10265">
            <a:solidFill>
              <a:srgbClr val="ED7D31"/>
            </a:solidFill>
            <a:prstDash val="solid"/>
          </a:ln>
        </p:spPr>
      </p:cxnSp>
      <p:sp>
        <p:nvSpPr>
          <p:cNvPr id="21" name="Shape 11"/>
          <p:cNvSpPr/>
          <p:nvPr/>
        </p:nvSpPr>
        <p:spPr>
          <a:xfrm>
            <a:off x="909871" y="3345222"/>
            <a:ext cx="82118" cy="82118"/>
          </a:xfrm>
          <a:prstGeom prst="ellipse">
            <a:avLst/>
          </a:prstGeom>
          <a:solidFill>
            <a:srgbClr val="4472C4"/>
          </a:solidFill>
          <a:ln w="9525">
            <a:solidFill>
              <a:srgbClr val="404040"/>
            </a:solidFill>
          </a:ln>
        </p:spPr>
      </p:sp>
      <p:sp>
        <p:nvSpPr>
          <p:cNvPr id="22" name="Text 12"/>
          <p:cNvSpPr txBox="1"/>
          <p:nvPr/>
        </p:nvSpPr>
        <p:spPr>
          <a:xfrm>
            <a:off x="865734" y="3458134"/>
            <a:ext cx="170393" cy="8211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00" dirty="0">
                <a:solidFill>
                  <a:srgbClr val="404040"/>
                </a:solidFill>
              </a:rPr>
              <a:t>ZERO</a:t>
            </a:r>
          </a:p>
        </p:txBody>
      </p:sp>
      <p:sp>
        <p:nvSpPr>
          <p:cNvPr id="23" name="Shape 13"/>
          <p:cNvSpPr/>
          <p:nvPr/>
        </p:nvSpPr>
        <p:spPr>
          <a:xfrm>
            <a:off x="1581796" y="4002161"/>
            <a:ext cx="82118" cy="82118"/>
          </a:xfrm>
          <a:prstGeom prst="ellipse">
            <a:avLst/>
          </a:prstGeom>
          <a:solidFill>
            <a:srgbClr val="70AD47"/>
          </a:solidFill>
          <a:ln w="9525">
            <a:solidFill>
              <a:srgbClr val="404040"/>
            </a:solidFill>
          </a:ln>
        </p:spPr>
      </p:sp>
      <p:sp>
        <p:nvSpPr>
          <p:cNvPr id="24" name="Text 14"/>
          <p:cNvSpPr txBox="1"/>
          <p:nvPr/>
        </p:nvSpPr>
        <p:spPr>
          <a:xfrm>
            <a:off x="1586159" y="4115072"/>
            <a:ext cx="73392" cy="8211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00" dirty="0">
                <a:solidFill>
                  <a:srgbClr val="404040"/>
                </a:solidFill>
              </a:rPr>
              <a:t>A</a:t>
            </a:r>
          </a:p>
        </p:txBody>
      </p:sp>
      <p:sp>
        <p:nvSpPr>
          <p:cNvPr id="25" name="Shape 15"/>
          <p:cNvSpPr/>
          <p:nvPr/>
        </p:nvSpPr>
        <p:spPr>
          <a:xfrm>
            <a:off x="2253721" y="3345222"/>
            <a:ext cx="82118" cy="82118"/>
          </a:xfrm>
          <a:prstGeom prst="ellipse">
            <a:avLst/>
          </a:prstGeom>
          <a:solidFill>
            <a:srgbClr val="4472C4"/>
          </a:solidFill>
          <a:ln w="9525">
            <a:solidFill>
              <a:srgbClr val="404040"/>
            </a:solidFill>
          </a:ln>
        </p:spPr>
      </p:sp>
      <p:sp>
        <p:nvSpPr>
          <p:cNvPr id="26" name="Text 16"/>
          <p:cNvSpPr txBox="1"/>
          <p:nvPr/>
        </p:nvSpPr>
        <p:spPr>
          <a:xfrm>
            <a:off x="2225750" y="3458134"/>
            <a:ext cx="138060" cy="8211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00" dirty="0">
                <a:solidFill>
                  <a:srgbClr val="404040"/>
                </a:solidFill>
              </a:rPr>
              <a:t>ONE</a:t>
            </a:r>
          </a:p>
        </p:txBody>
      </p:sp>
      <p:sp>
        <p:nvSpPr>
          <p:cNvPr id="27" name="Shape 17"/>
          <p:cNvSpPr/>
          <p:nvPr/>
        </p:nvSpPr>
        <p:spPr>
          <a:xfrm>
            <a:off x="2925646" y="3673691"/>
            <a:ext cx="82118" cy="82118"/>
          </a:xfrm>
          <a:prstGeom prst="ellipse">
            <a:avLst/>
          </a:prstGeom>
          <a:solidFill>
            <a:srgbClr val="ED7D31"/>
          </a:solidFill>
          <a:ln w="9525">
            <a:solidFill>
              <a:srgbClr val="404040"/>
            </a:solidFill>
          </a:ln>
        </p:spPr>
      </p:sp>
      <p:sp>
        <p:nvSpPr>
          <p:cNvPr id="28" name="Text 18"/>
          <p:cNvSpPr txBox="1"/>
          <p:nvPr/>
        </p:nvSpPr>
        <p:spPr>
          <a:xfrm>
            <a:off x="2930009" y="3786603"/>
            <a:ext cx="73392" cy="8211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00" dirty="0">
                <a:solidFill>
                  <a:srgbClr val="404040"/>
                </a:solidFill>
              </a:rPr>
              <a:t>B</a:t>
            </a:r>
          </a:p>
        </p:txBody>
      </p:sp>
      <p:sp>
        <p:nvSpPr>
          <p:cNvPr id="29" name="Shape 19"/>
          <p:cNvSpPr/>
          <p:nvPr/>
        </p:nvSpPr>
        <p:spPr>
          <a:xfrm>
            <a:off x="3597571" y="3345222"/>
            <a:ext cx="82118" cy="82118"/>
          </a:xfrm>
          <a:prstGeom prst="ellipse">
            <a:avLst/>
          </a:prstGeom>
          <a:solidFill>
            <a:srgbClr val="4472C4"/>
          </a:solidFill>
          <a:ln w="9525">
            <a:solidFill>
              <a:srgbClr val="404040"/>
            </a:solidFill>
          </a:ln>
        </p:spPr>
      </p:sp>
      <p:sp>
        <p:nvSpPr>
          <p:cNvPr id="30" name="Shape 20"/>
          <p:cNvSpPr/>
          <p:nvPr/>
        </p:nvSpPr>
        <p:spPr>
          <a:xfrm>
            <a:off x="3618100" y="3365751"/>
            <a:ext cx="41060" cy="4106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472C4"/>
            </a:solidFill>
          </a:ln>
        </p:spPr>
      </p:sp>
      <p:sp>
        <p:nvSpPr>
          <p:cNvPr id="31" name="Text 21"/>
          <p:cNvSpPr txBox="1"/>
          <p:nvPr/>
        </p:nvSpPr>
        <p:spPr>
          <a:xfrm>
            <a:off x="3537266" y="3458134"/>
            <a:ext cx="202727" cy="8211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00" dirty="0">
                <a:solidFill>
                  <a:srgbClr val="404040"/>
                </a:solidFill>
              </a:rPr>
              <a:t>MERGE</a:t>
            </a:r>
          </a:p>
        </p:txBody>
      </p:sp>
      <p:sp>
        <p:nvSpPr>
          <p:cNvPr id="32" name="Shape 22"/>
          <p:cNvSpPr/>
          <p:nvPr/>
        </p:nvSpPr>
        <p:spPr>
          <a:xfrm>
            <a:off x="4269495" y="3345222"/>
            <a:ext cx="82118" cy="82118"/>
          </a:xfrm>
          <a:prstGeom prst="ellipse">
            <a:avLst/>
          </a:prstGeom>
          <a:solidFill>
            <a:srgbClr val="4472C4"/>
          </a:solidFill>
          <a:ln w="9525">
            <a:solidFill>
              <a:srgbClr val="404040"/>
            </a:solidFill>
          </a:ln>
        </p:spPr>
      </p:sp>
      <p:sp>
        <p:nvSpPr>
          <p:cNvPr id="33" name="Text 23"/>
          <p:cNvSpPr txBox="1"/>
          <p:nvPr/>
        </p:nvSpPr>
        <p:spPr>
          <a:xfrm>
            <a:off x="4241525" y="3458134"/>
            <a:ext cx="138060" cy="8211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00" dirty="0">
                <a:solidFill>
                  <a:srgbClr val="404040"/>
                </a:solidFill>
              </a:rPr>
              <a:t>TWO</a:t>
            </a:r>
          </a:p>
        </p:txBody>
      </p:sp>
      <p:sp>
        <p:nvSpPr>
          <p:cNvPr id="34" name="Shape 24"/>
          <p:cNvSpPr/>
          <p:nvPr/>
        </p:nvSpPr>
        <p:spPr>
          <a:xfrm>
            <a:off x="4941420" y="4002161"/>
            <a:ext cx="82118" cy="82118"/>
          </a:xfrm>
          <a:prstGeom prst="ellipse">
            <a:avLst/>
          </a:prstGeom>
          <a:solidFill>
            <a:srgbClr val="70AD47"/>
          </a:solidFill>
          <a:ln w="9525">
            <a:solidFill>
              <a:srgbClr val="404040"/>
            </a:solidFill>
          </a:ln>
        </p:spPr>
      </p:sp>
      <p:sp>
        <p:nvSpPr>
          <p:cNvPr id="35" name="Text 25"/>
          <p:cNvSpPr txBox="1"/>
          <p:nvPr/>
        </p:nvSpPr>
        <p:spPr>
          <a:xfrm>
            <a:off x="4378096" y="4115072"/>
            <a:ext cx="1208767" cy="8211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00" dirty="0">
                <a:solidFill>
                  <a:srgbClr val="404040"/>
                </a:solidFill>
              </a:rPr>
              <a:t>MERGE-cherry-pick-1 (cherry-pick of MERGE)</a:t>
            </a:r>
          </a:p>
        </p:txBody>
      </p:sp>
      <p:sp>
        <p:nvSpPr>
          <p:cNvPr id="36" name="Shape 26"/>
          <p:cNvSpPr/>
          <p:nvPr/>
        </p:nvSpPr>
        <p:spPr>
          <a:xfrm>
            <a:off x="5613345" y="4002161"/>
            <a:ext cx="82118" cy="82118"/>
          </a:xfrm>
          <a:prstGeom prst="ellipse">
            <a:avLst/>
          </a:prstGeom>
          <a:solidFill>
            <a:srgbClr val="70AD47"/>
          </a:solidFill>
          <a:ln w="9525">
            <a:solidFill>
              <a:srgbClr val="404040"/>
            </a:solidFill>
          </a:ln>
        </p:spPr>
      </p:sp>
      <p:sp>
        <p:nvSpPr>
          <p:cNvPr id="37" name="Text 27"/>
          <p:cNvSpPr txBox="1"/>
          <p:nvPr/>
        </p:nvSpPr>
        <p:spPr>
          <a:xfrm>
            <a:off x="5553041" y="4115072"/>
            <a:ext cx="202727" cy="8211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00" dirty="0">
                <a:solidFill>
                  <a:srgbClr val="404040"/>
                </a:solidFill>
              </a:rPr>
              <a:t>THREE</a:t>
            </a:r>
          </a:p>
        </p:txBody>
      </p:sp>
      <p:sp>
        <p:nvSpPr>
          <p:cNvPr id="38" name="Shape 28"/>
          <p:cNvSpPr/>
          <p:nvPr/>
        </p:nvSpPr>
        <p:spPr>
          <a:xfrm>
            <a:off x="6285270" y="3673691"/>
            <a:ext cx="82118" cy="82118"/>
          </a:xfrm>
          <a:prstGeom prst="ellipse">
            <a:avLst/>
          </a:prstGeom>
          <a:solidFill>
            <a:srgbClr val="ED7D31"/>
          </a:solidFill>
          <a:ln w="9525">
            <a:solidFill>
              <a:srgbClr val="404040"/>
            </a:solidFill>
          </a:ln>
        </p:spPr>
      </p:sp>
      <p:sp>
        <p:nvSpPr>
          <p:cNvPr id="39" name="Text 29"/>
          <p:cNvSpPr txBox="1"/>
          <p:nvPr/>
        </p:nvSpPr>
        <p:spPr>
          <a:xfrm>
            <a:off x="6289633" y="3786603"/>
            <a:ext cx="73392" cy="8211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00" dirty="0">
                <a:solidFill>
                  <a:srgbClr val="404040"/>
                </a:solidFill>
              </a:rPr>
              <a:t>C</a:t>
            </a:r>
          </a:p>
        </p:txBody>
      </p:sp>
      <p:sp>
        <p:nvSpPr>
          <p:cNvPr id="40" name="Text 30"/>
          <p:cNvSpPr txBox="1"/>
          <p:nvPr/>
        </p:nvSpPr>
        <p:spPr>
          <a:xfrm>
            <a:off x="6909978" y="3345223"/>
            <a:ext cx="176552" cy="9238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500" dirty="0">
                <a:solidFill>
                  <a:srgbClr val="4472C4"/>
                </a:solidFill>
              </a:rPr>
              <a:t>main</a:t>
            </a:r>
          </a:p>
        </p:txBody>
      </p:sp>
      <p:sp>
        <p:nvSpPr>
          <p:cNvPr id="41" name="Text 31"/>
          <p:cNvSpPr txBox="1"/>
          <p:nvPr/>
        </p:nvSpPr>
        <p:spPr>
          <a:xfrm>
            <a:off x="6859168" y="3673692"/>
            <a:ext cx="278172" cy="9238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500" dirty="0">
                <a:solidFill>
                  <a:srgbClr val="ED7D31"/>
                </a:solidFill>
              </a:rPr>
              <a:t>develop</a:t>
            </a:r>
          </a:p>
        </p:txBody>
      </p:sp>
      <p:sp>
        <p:nvSpPr>
          <p:cNvPr id="42" name="Text 32"/>
          <p:cNvSpPr txBox="1"/>
          <p:nvPr/>
        </p:nvSpPr>
        <p:spPr>
          <a:xfrm>
            <a:off x="6859168" y="4002161"/>
            <a:ext cx="278172" cy="9238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500" dirty="0">
                <a:solidFill>
                  <a:srgbClr val="70AD47"/>
                </a:solidFill>
              </a:rPr>
              <a:t>release</a:t>
            </a:r>
          </a:p>
        </p:txBody>
      </p:sp>
      <p:sp>
        <p:nvSpPr>
          <p:cNvPr id="4" name="Mermaid source"/>
          <p:cNvSpPr/>
          <p:nvPr/>
        </p:nvSpPr>
        <p:spPr>
          <a:xfrm>
            <a:off x="7674864" y="1028700"/>
            <a:ext cx="4059936" cy="537210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wrap="square" lIns="91440" tIns="45720" rIns="91440" bIns="45720" anchor="t">
            <a:noAutofit/>
          </a:bodyPr>
          <a:lstStyle/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gitGraph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commit id: "ZERO"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branch develop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branch release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commit id:"A"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checkout main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commit id:"ONE"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checkout develop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commit id:"B"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checkout main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merge develop id:"MERGE"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commit id:"TWO"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checkout release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cherry-pick id:"MERGE" parent:"B"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commit id:"THREE"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checkout develop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commit id:"C"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d2nativedocx">
  <a:themeElements>
    <a:clrScheme name="md2nativedoc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d2nativedoc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md2nativedoc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md2nativedocx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git-graph.md</dc:title>
  <dc:creator>md2nativedocx</dc:creator>
  <cp:lastModifiedBy>md2nativedocx</cp:lastModifiedBy>
  <dcterms:created xsi:type="dcterms:W3CDTF">2026-10-05T12:12:49Z</dcterms:created>
  <dcterms:modified xsi:type="dcterms:W3CDTF">2026-10-05T12:12:49Z</dcterms:modified>
</cp:coreProperties>
</file>