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timeline</a:t>
            </a:r>
          </a:p>
        </p:txBody>
      </p:sp>
      <p:sp>
        <p:nvSpPr>
          <p:cNvPr id="11" name="Box 1"/>
          <p:cNvSpPr/>
          <p:nvPr/>
        </p:nvSpPr>
        <p:spPr>
          <a:xfrm>
            <a:off x="1925256" y="1198703"/>
            <a:ext cx="8341489" cy="4986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309" dirty="0">
                <a:solidFill>
                  <a:srgbClr val="000000"/>
                </a:solidFill>
              </a:rPr>
              <a:t>England's History Timeline</a:t>
            </a:r>
          </a:p>
        </p:txBody>
      </p:sp>
      <p:sp>
        <p:nvSpPr>
          <p:cNvPr id="12" name="Box 2"/>
          <p:cNvSpPr/>
          <p:nvPr/>
        </p:nvSpPr>
        <p:spPr>
          <a:xfrm>
            <a:off x="2265262" y="1867382"/>
            <a:ext cx="3762737" cy="385341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309" dirty="0">
                <a:solidFill>
                  <a:srgbClr val="FFFFFF"/>
                </a:solidFill>
              </a:rPr>
              <a:t>Stone Age</a:t>
            </a:r>
          </a:p>
        </p:txBody>
      </p:sp>
      <p:sp>
        <p:nvSpPr>
          <p:cNvPr id="13" name="Box 3"/>
          <p:cNvSpPr/>
          <p:nvPr/>
        </p:nvSpPr>
        <p:spPr>
          <a:xfrm>
            <a:off x="6164001" y="1867382"/>
            <a:ext cx="3762737" cy="38534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309" dirty="0">
                <a:solidFill>
                  <a:srgbClr val="FFFFFF"/>
                </a:solidFill>
              </a:rPr>
              <a:t>Bronze Age</a:t>
            </a:r>
          </a:p>
        </p:txBody>
      </p:sp>
      <p:sp>
        <p:nvSpPr>
          <p:cNvPr id="14" name="Box 4"/>
          <p:cNvSpPr/>
          <p:nvPr/>
        </p:nvSpPr>
        <p:spPr>
          <a:xfrm>
            <a:off x="2265262" y="2343391"/>
            <a:ext cx="1813367" cy="419341"/>
          </a:xfrm>
          <a:prstGeom prst="rect">
            <a:avLst/>
          </a:prstGeom>
          <a:solidFill>
            <a:srgbClr val="6087CD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309" dirty="0">
                <a:solidFill>
                  <a:srgbClr val="000000"/>
                </a:solidFill>
              </a:rPr>
              <a:t>7600 BC</a:t>
            </a:r>
          </a:p>
        </p:txBody>
      </p:sp>
      <p:sp>
        <p:nvSpPr>
          <p:cNvPr id="15" name="Box 5"/>
          <p:cNvSpPr/>
          <p:nvPr/>
        </p:nvSpPr>
        <p:spPr>
          <a:xfrm>
            <a:off x="4214632" y="2343391"/>
            <a:ext cx="1813367" cy="419341"/>
          </a:xfrm>
          <a:prstGeom prst="rect">
            <a:avLst/>
          </a:prstGeom>
          <a:solidFill>
            <a:srgbClr val="6087CD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309" dirty="0">
                <a:solidFill>
                  <a:srgbClr val="000000"/>
                </a:solidFill>
              </a:rPr>
              <a:t>6000 BC</a:t>
            </a:r>
          </a:p>
        </p:txBody>
      </p:sp>
      <p:sp>
        <p:nvSpPr>
          <p:cNvPr id="16" name="Box 6"/>
          <p:cNvSpPr/>
          <p:nvPr/>
        </p:nvSpPr>
        <p:spPr>
          <a:xfrm>
            <a:off x="6164001" y="2343391"/>
            <a:ext cx="1813367" cy="419341"/>
          </a:xfrm>
          <a:prstGeom prst="rect">
            <a:avLst/>
          </a:prstGeom>
          <a:solidFill>
            <a:srgbClr val="F09150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309" dirty="0">
                <a:solidFill>
                  <a:srgbClr val="000000"/>
                </a:solidFill>
              </a:rPr>
              <a:t>2300 BC</a:t>
            </a:r>
          </a:p>
        </p:txBody>
      </p:sp>
      <p:sp>
        <p:nvSpPr>
          <p:cNvPr id="17" name="Box 7"/>
          <p:cNvSpPr/>
          <p:nvPr/>
        </p:nvSpPr>
        <p:spPr>
          <a:xfrm>
            <a:off x="8113371" y="2343391"/>
            <a:ext cx="1813367" cy="419341"/>
          </a:xfrm>
          <a:prstGeom prst="rect">
            <a:avLst/>
          </a:prstGeom>
          <a:solidFill>
            <a:srgbClr val="F09150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309" dirty="0">
                <a:solidFill>
                  <a:srgbClr val="000000"/>
                </a:solidFill>
              </a:rPr>
              <a:t>2200 BC</a:t>
            </a:r>
          </a:p>
        </p:txBody>
      </p:sp>
      <p:sp>
        <p:nvSpPr>
          <p:cNvPr id="18" name="Box 8"/>
          <p:cNvSpPr/>
          <p:nvPr/>
        </p:nvSpPr>
        <p:spPr>
          <a:xfrm>
            <a:off x="2265262" y="2762732"/>
            <a:ext cx="7661476" cy="68001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9" name="Box 9"/>
          <p:cNvSpPr/>
          <p:nvPr/>
        </p:nvSpPr>
        <p:spPr>
          <a:xfrm>
            <a:off x="2265262" y="2921402"/>
            <a:ext cx="1813367" cy="997352"/>
          </a:xfrm>
          <a:prstGeom prst="rect">
            <a:avLst/>
          </a:prstGeom>
          <a:solidFill>
            <a:srgbClr val="D0DCF0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Britain's oldest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known house was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built in Orkney,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Scotland</a:t>
            </a:r>
          </a:p>
        </p:txBody>
      </p:sp>
      <p:sp>
        <p:nvSpPr>
          <p:cNvPr id="20" name="Box 10"/>
          <p:cNvSpPr/>
          <p:nvPr/>
        </p:nvSpPr>
        <p:spPr>
          <a:xfrm>
            <a:off x="4214632" y="2921402"/>
            <a:ext cx="1813367" cy="1382692"/>
          </a:xfrm>
          <a:prstGeom prst="rect">
            <a:avLst/>
          </a:prstGeom>
          <a:solidFill>
            <a:srgbClr val="D0DCF0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Sea levels rise and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Britain becomes an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island.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The people who live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here are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hunter-gatherers.</a:t>
            </a:r>
          </a:p>
        </p:txBody>
      </p:sp>
      <p:sp>
        <p:nvSpPr>
          <p:cNvPr id="21" name="Box 11"/>
          <p:cNvSpPr/>
          <p:nvPr/>
        </p:nvSpPr>
        <p:spPr>
          <a:xfrm>
            <a:off x="6164001" y="2921402"/>
            <a:ext cx="1813367" cy="1190022"/>
          </a:xfrm>
          <a:prstGeom prst="rect">
            <a:avLst/>
          </a:prstGeom>
          <a:solidFill>
            <a:srgbClr val="FBDFCC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People arrive from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Europe and settle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in Britain.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They bring farming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and metalworking.</a:t>
            </a:r>
          </a:p>
        </p:txBody>
      </p:sp>
      <p:sp>
        <p:nvSpPr>
          <p:cNvPr id="22" name="Box 12"/>
          <p:cNvSpPr/>
          <p:nvPr/>
        </p:nvSpPr>
        <p:spPr>
          <a:xfrm>
            <a:off x="6164001" y="4202092"/>
            <a:ext cx="1813367" cy="997352"/>
          </a:xfrm>
          <a:prstGeom prst="rect">
            <a:avLst/>
          </a:prstGeom>
          <a:solidFill>
            <a:srgbClr val="FBDFCC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New styles of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pottery and ways of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burying the dead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appear.</a:t>
            </a:r>
          </a:p>
        </p:txBody>
      </p:sp>
      <p:sp>
        <p:nvSpPr>
          <p:cNvPr id="23" name="Box 13"/>
          <p:cNvSpPr/>
          <p:nvPr/>
        </p:nvSpPr>
        <p:spPr>
          <a:xfrm>
            <a:off x="8113371" y="2921402"/>
            <a:ext cx="1813367" cy="1575363"/>
          </a:xfrm>
          <a:prstGeom prst="rect">
            <a:avLst/>
          </a:prstGeom>
          <a:solidFill>
            <a:srgbClr val="FBDFCC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The last major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building works are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completed at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Stonehenge.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People now bury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their dead in stone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circles.</a:t>
            </a:r>
          </a:p>
        </p:txBody>
      </p:sp>
      <p:sp>
        <p:nvSpPr>
          <p:cNvPr id="24" name="Box 14"/>
          <p:cNvSpPr/>
          <p:nvPr/>
        </p:nvSpPr>
        <p:spPr>
          <a:xfrm>
            <a:off x="8113371" y="4587433"/>
            <a:ext cx="1813367" cy="1382692"/>
          </a:xfrm>
          <a:prstGeom prst="rect">
            <a:avLst/>
          </a:prstGeom>
          <a:solidFill>
            <a:srgbClr val="FBDFCC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The first metal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objects are made in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Britain.Some other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nice things happen.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it is a good time to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be alive.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timeline.md</dc:title>
  <dc:creator>md2nativedocx</dc:creator>
  <cp:lastModifiedBy>md2nativedocx</cp:lastModifiedBy>
  <dcterms:created xsi:type="dcterms:W3CDTF">2026-10-05T11:54:32Z</dcterms:created>
  <dcterms:modified xsi:type="dcterms:W3CDTF">2026-10-05T11:54:32Z</dcterms:modified>
</cp:coreProperties>
</file>