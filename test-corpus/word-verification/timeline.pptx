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timeline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1592845"/>
            <a:ext cx="7034784" cy="4205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England's History Timeline</a:t>
            </a:r>
          </a:p>
        </p:txBody>
      </p:sp>
      <p:sp>
        <p:nvSpPr>
          <p:cNvPr id="12" name="Box 2"/>
          <p:cNvSpPr/>
          <p:nvPr/>
        </p:nvSpPr>
        <p:spPr>
          <a:xfrm>
            <a:off x="743944" y="2156775"/>
            <a:ext cx="3173299" cy="324976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FFFFFF"/>
                </a:solidFill>
              </a:rPr>
              <a:t>Stone Age</a:t>
            </a:r>
          </a:p>
        </p:txBody>
      </p:sp>
      <p:sp>
        <p:nvSpPr>
          <p:cNvPr id="13" name="Box 3"/>
          <p:cNvSpPr/>
          <p:nvPr/>
        </p:nvSpPr>
        <p:spPr>
          <a:xfrm>
            <a:off x="4031941" y="2156775"/>
            <a:ext cx="3173299" cy="3249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FFFFFF"/>
                </a:solidFill>
              </a:rPr>
              <a:t>Bronze Age</a:t>
            </a:r>
          </a:p>
        </p:txBody>
      </p:sp>
      <p:sp>
        <p:nvSpPr>
          <p:cNvPr id="14" name="Box 4"/>
          <p:cNvSpPr/>
          <p:nvPr/>
        </p:nvSpPr>
        <p:spPr>
          <a:xfrm>
            <a:off x="743944" y="2558216"/>
            <a:ext cx="1529301" cy="353651"/>
          </a:xfrm>
          <a:prstGeom prst="rect">
            <a:avLst/>
          </a:prstGeom>
          <a:solidFill>
            <a:srgbClr val="6087C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7600 BC</a:t>
            </a:r>
          </a:p>
        </p:txBody>
      </p:sp>
      <p:sp>
        <p:nvSpPr>
          <p:cNvPr id="15" name="Box 5"/>
          <p:cNvSpPr/>
          <p:nvPr/>
        </p:nvSpPr>
        <p:spPr>
          <a:xfrm>
            <a:off x="2387942" y="2558216"/>
            <a:ext cx="1529301" cy="353651"/>
          </a:xfrm>
          <a:prstGeom prst="rect">
            <a:avLst/>
          </a:prstGeom>
          <a:solidFill>
            <a:srgbClr val="6087CD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6000 BC</a:t>
            </a:r>
          </a:p>
        </p:txBody>
      </p:sp>
      <p:sp>
        <p:nvSpPr>
          <p:cNvPr id="16" name="Box 6"/>
          <p:cNvSpPr/>
          <p:nvPr/>
        </p:nvSpPr>
        <p:spPr>
          <a:xfrm>
            <a:off x="4031941" y="2558216"/>
            <a:ext cx="1529301" cy="353651"/>
          </a:xfrm>
          <a:prstGeom prst="rect">
            <a:avLst/>
          </a:prstGeom>
          <a:solidFill>
            <a:srgbClr val="F0915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2300 BC</a:t>
            </a:r>
          </a:p>
        </p:txBody>
      </p:sp>
      <p:sp>
        <p:nvSpPr>
          <p:cNvPr id="17" name="Box 7"/>
          <p:cNvSpPr/>
          <p:nvPr/>
        </p:nvSpPr>
        <p:spPr>
          <a:xfrm>
            <a:off x="5675939" y="2558216"/>
            <a:ext cx="1529301" cy="353651"/>
          </a:xfrm>
          <a:prstGeom prst="rect">
            <a:avLst/>
          </a:prstGeom>
          <a:solidFill>
            <a:srgbClr val="F0915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104" dirty="0">
                <a:solidFill>
                  <a:srgbClr val="000000"/>
                </a:solidFill>
              </a:rPr>
              <a:t>2200 BC</a:t>
            </a:r>
          </a:p>
        </p:txBody>
      </p:sp>
      <p:sp>
        <p:nvSpPr>
          <p:cNvPr id="18" name="Box 8"/>
          <p:cNvSpPr/>
          <p:nvPr/>
        </p:nvSpPr>
        <p:spPr>
          <a:xfrm>
            <a:off x="743944" y="2911867"/>
            <a:ext cx="6461296" cy="57349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9" name="Box 9"/>
          <p:cNvSpPr/>
          <p:nvPr/>
        </p:nvSpPr>
        <p:spPr>
          <a:xfrm>
            <a:off x="743944" y="3045681"/>
            <a:ext cx="1529301" cy="841115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Britain's oldest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known house was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built in Orkney,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Scotland</a:t>
            </a:r>
          </a:p>
        </p:txBody>
      </p:sp>
      <p:sp>
        <p:nvSpPr>
          <p:cNvPr id="20" name="Box 10"/>
          <p:cNvSpPr/>
          <p:nvPr/>
        </p:nvSpPr>
        <p:spPr>
          <a:xfrm>
            <a:off x="2387942" y="3045681"/>
            <a:ext cx="1529301" cy="1166092"/>
          </a:xfrm>
          <a:prstGeom prst="rect">
            <a:avLst/>
          </a:prstGeom>
          <a:solidFill>
            <a:srgbClr val="D0DCF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Sea levels rise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Britain becomes 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island.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 people who live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here are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hunter-gatherers.</a:t>
            </a:r>
          </a:p>
        </p:txBody>
      </p:sp>
      <p:sp>
        <p:nvSpPr>
          <p:cNvPr id="21" name="Box 11"/>
          <p:cNvSpPr/>
          <p:nvPr/>
        </p:nvSpPr>
        <p:spPr>
          <a:xfrm>
            <a:off x="4031941" y="3045681"/>
            <a:ext cx="1529301" cy="1003604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People arrive from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Europe and settle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in Britain.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They bring farming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and metalworking.</a:t>
            </a:r>
          </a:p>
        </p:txBody>
      </p:sp>
      <p:sp>
        <p:nvSpPr>
          <p:cNvPr id="22" name="Box 12"/>
          <p:cNvSpPr/>
          <p:nvPr/>
        </p:nvSpPr>
        <p:spPr>
          <a:xfrm>
            <a:off x="4031941" y="4125750"/>
            <a:ext cx="1529301" cy="841115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New styles of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pottery and ways of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burying the dead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appear.</a:t>
            </a:r>
          </a:p>
        </p:txBody>
      </p:sp>
      <p:sp>
        <p:nvSpPr>
          <p:cNvPr id="23" name="Box 13"/>
          <p:cNvSpPr/>
          <p:nvPr/>
        </p:nvSpPr>
        <p:spPr>
          <a:xfrm>
            <a:off x="5675939" y="3045681"/>
            <a:ext cx="1529301" cy="1328580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 last major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building works are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completed at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Stonehenge.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People now bury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their dead in stone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circles.</a:t>
            </a:r>
          </a:p>
        </p:txBody>
      </p:sp>
      <p:sp>
        <p:nvSpPr>
          <p:cNvPr id="24" name="Box 14"/>
          <p:cNvSpPr/>
          <p:nvPr/>
        </p:nvSpPr>
        <p:spPr>
          <a:xfrm>
            <a:off x="5675939" y="4450726"/>
            <a:ext cx="1529301" cy="1166092"/>
          </a:xfrm>
          <a:prstGeom prst="rect">
            <a:avLst/>
          </a:prstGeom>
          <a:solidFill>
            <a:srgbClr val="FBDFC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The first metal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objects are made 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Britain.Some other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nice things happen.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it is a good time to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104" dirty="0">
                <a:solidFill>
                  <a:srgbClr val="000000"/>
                </a:solidFill>
              </a:rPr>
              <a:t>be alive.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timeline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title England's History Timeline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section Stone Age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7600 BC : Britain's oldest known house was built in Orkney, Scotland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6000 BC : Sea levels rise and Britain becomes an island.&lt;br&gt; The people who live here are hunter-gatherers.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section Bronze Age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2300 BC : People arrive from Europe and settle in Britain. &lt;br&gt;They bring farming and metalworking.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      : New styles of pottery and ways of burying the dead appear.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2200 BC : The last major building works are completed at Stonehenge.&lt;br&gt; People now bury their dead in stone circles.</a:t>
            </a:r>
          </a:p>
          <a:p>
            <a:pPr algn="l"/>
            <a:r>
              <a:rPr lang="en-US" sz="1300" dirty="0">
                <a:solidFill>
                  <a:srgbClr val="1F2937"/>
                </a:solidFill>
                <a:latin typeface="Consolas"/>
                <a:cs typeface="Consolas"/>
              </a:rPr>
              <a:t>                  : The first metal objects are made in Britain.Some other nice things happen. it is a good time to be alive.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timeline.md</dc:title>
  <dc:creator>md2nativedocx</dc:creator>
  <cp:lastModifiedBy>md2nativedocx</cp:lastModifiedBy>
  <dcterms:created xsi:type="dcterms:W3CDTF">2026-10-05T12:12:57Z</dcterms:created>
  <dcterms:modified xsi:type="dcterms:W3CDTF">2026-10-05T12:12:57Z</dcterms:modified>
</cp:coreProperties>
</file>