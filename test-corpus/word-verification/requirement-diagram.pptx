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requirement-diagram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3974592" y="2034782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2" name="Text 2"/>
          <p:cNvSpPr txBox="1"/>
          <p:nvPr/>
        </p:nvSpPr>
        <p:spPr>
          <a:xfrm>
            <a:off x="3667073" y="2272066"/>
            <a:ext cx="615039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«satisfies»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4041032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3801850" y="4265248"/>
            <a:ext cx="478364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«traces»</a:t>
            </a:r>
          </a:p>
        </p:txBody>
      </p:sp>
      <p:cxnSp>
        <p:nvCxnSpPr>
          <p:cNvPr id="15" name="Connector 5"/>
          <p:cNvCxnSpPr/>
          <p:nvPr/>
        </p:nvCxnSpPr>
        <p:spPr>
          <a:xfrm flipV="1">
            <a:off x="3908153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3646192" y="4417109"/>
            <a:ext cx="523922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«derives»</a:t>
            </a:r>
          </a:p>
        </p:txBody>
      </p:sp>
      <p:sp>
        <p:nvSpPr>
          <p:cNvPr id="17" name="test_req"/>
          <p:cNvSpPr/>
          <p:nvPr/>
        </p:nvSpPr>
        <p:spPr>
          <a:xfrm>
            <a:off x="3352909" y="2699176"/>
            <a:ext cx="1243366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18" name="test_req title"/>
          <p:cNvSpPr/>
          <p:nvPr/>
        </p:nvSpPr>
        <p:spPr>
          <a:xfrm>
            <a:off x="3352909" y="2699176"/>
            <a:ext cx="124336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3352909" y="2998153"/>
            <a:ext cx="124336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3352909" y="2699176"/>
            <a:ext cx="124336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3447822" y="3002899"/>
            <a:ext cx="1053540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high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test</a:t>
            </a:r>
          </a:p>
        </p:txBody>
      </p:sp>
      <p:sp>
        <p:nvSpPr>
          <p:cNvPr id="22" name="test_req2"/>
          <p:cNvSpPr/>
          <p:nvPr/>
        </p:nvSpPr>
        <p:spPr>
          <a:xfrm>
            <a:off x="3167828" y="4768289"/>
            <a:ext cx="1613528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3" name="test_req2 title"/>
          <p:cNvSpPr/>
          <p:nvPr/>
        </p:nvSpPr>
        <p:spPr>
          <a:xfrm>
            <a:off x="3167828" y="4768289"/>
            <a:ext cx="1613528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3167828" y="5067266"/>
            <a:ext cx="1613528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3167828" y="4768289"/>
            <a:ext cx="1613528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test_req2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3262741" y="5072012"/>
            <a:ext cx="1423702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«functionalRequirement»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1.1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second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inspection</a:t>
            </a:r>
          </a:p>
        </p:txBody>
      </p:sp>
      <p:sp>
        <p:nvSpPr>
          <p:cNvPr id="27" name="test_entity"/>
          <p:cNvSpPr/>
          <p:nvPr/>
        </p:nvSpPr>
        <p:spPr>
          <a:xfrm>
            <a:off x="3396570" y="1256492"/>
            <a:ext cx="1156046" cy="778290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8" name="test_entity title"/>
          <p:cNvSpPr/>
          <p:nvPr/>
        </p:nvSpPr>
        <p:spPr>
          <a:xfrm>
            <a:off x="3396570" y="1256492"/>
            <a:ext cx="115604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3396570" y="1555469"/>
            <a:ext cx="115604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3396570" y="1256492"/>
            <a:ext cx="115604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test_entity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3491483" y="1560215"/>
            <a:ext cx="966220" cy="4745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«element»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type: simulation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requirementDiagram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requirement test_req {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id: 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text: the test text.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risk: high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verifymethod: test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functionalRequirement test_req2 {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id: 1.1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text: the second test text.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risk: low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verifymethod: inspection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element test_entity {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type: simulation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test_entity - satisfies -&gt; test_req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test_req - traces -&gt; test_req2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test_req &lt;- derives - test_req2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requirement-diagram.md</dc:title>
  <dc:creator>md2nativedocx</dc:creator>
  <cp:lastModifiedBy>md2nativedocx</cp:lastModifiedBy>
  <dcterms:created xsi:type="dcterms:W3CDTF">2026-10-05T12:12:55Z</dcterms:created>
  <dcterms:modified xsi:type="dcterms:W3CDTF">2026-10-05T12:12:55Z</dcterms:modified>
</cp:coreProperties>
</file>