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requirement-diagram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6096000" y="2034782"/>
            <a:ext cx="1" cy="664394"/>
          </a:xfrm>
          <a:prstGeom prst="line">
            <a:avLst/>
          </a:prstGeom>
          <a:ln w="9491">
            <a:solidFill>
              <a:srgbClr val="2F5496"/>
            </a:solidFill>
            <a:prstDash val="dash"/>
            <a:tailEnd type="triangle" w="sm" len="sm"/>
          </a:ln>
        </p:spPr>
      </p:cxnSp>
      <p:sp>
        <p:nvSpPr>
          <p:cNvPr id="12" name="Text 2"/>
          <p:cNvSpPr txBox="1"/>
          <p:nvPr/>
        </p:nvSpPr>
        <p:spPr>
          <a:xfrm>
            <a:off x="5788481" y="2272066"/>
            <a:ext cx="615039" cy="1898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«satisfies»</a:t>
            </a:r>
          </a:p>
        </p:txBody>
      </p:sp>
      <p:cxnSp>
        <p:nvCxnSpPr>
          <p:cNvPr id="13" name="Connector 3"/>
          <p:cNvCxnSpPr/>
          <p:nvPr/>
        </p:nvCxnSpPr>
        <p:spPr>
          <a:xfrm>
            <a:off x="6162440" y="4103895"/>
            <a:ext cx="1" cy="664394"/>
          </a:xfrm>
          <a:prstGeom prst="line">
            <a:avLst/>
          </a:prstGeom>
          <a:ln w="9491">
            <a:solidFill>
              <a:srgbClr val="2F5496"/>
            </a:solidFill>
            <a:prstDash val="dash"/>
            <a:tailEnd type="triangle" w="sm" len="sm"/>
          </a:ln>
        </p:spPr>
      </p:cxnSp>
      <p:sp>
        <p:nvSpPr>
          <p:cNvPr id="14" name="Text 4"/>
          <p:cNvSpPr txBox="1"/>
          <p:nvPr/>
        </p:nvSpPr>
        <p:spPr>
          <a:xfrm>
            <a:off x="5923258" y="4265248"/>
            <a:ext cx="478364" cy="1898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«traces»</a:t>
            </a:r>
          </a:p>
        </p:txBody>
      </p:sp>
      <p:cxnSp>
        <p:nvCxnSpPr>
          <p:cNvPr id="15" name="Connector 5"/>
          <p:cNvCxnSpPr/>
          <p:nvPr/>
        </p:nvCxnSpPr>
        <p:spPr>
          <a:xfrm flipV="1">
            <a:off x="6029561" y="4103895"/>
            <a:ext cx="1" cy="664394"/>
          </a:xfrm>
          <a:prstGeom prst="line">
            <a:avLst/>
          </a:prstGeom>
          <a:ln w="9491">
            <a:solidFill>
              <a:srgbClr val="2F5496"/>
            </a:solidFill>
            <a:prstDash val="dash"/>
            <a:tailEnd type="triangle" w="sm" len="sm"/>
          </a:ln>
        </p:spPr>
      </p:cxnSp>
      <p:sp>
        <p:nvSpPr>
          <p:cNvPr id="16" name="Text 6"/>
          <p:cNvSpPr txBox="1"/>
          <p:nvPr/>
        </p:nvSpPr>
        <p:spPr>
          <a:xfrm>
            <a:off x="5767600" y="4417109"/>
            <a:ext cx="523922" cy="1898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«derives»</a:t>
            </a:r>
          </a:p>
        </p:txBody>
      </p:sp>
      <p:sp>
        <p:nvSpPr>
          <p:cNvPr id="17" name="test_req"/>
          <p:cNvSpPr/>
          <p:nvPr/>
        </p:nvSpPr>
        <p:spPr>
          <a:xfrm>
            <a:off x="5474317" y="2699176"/>
            <a:ext cx="1243366" cy="1404719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18" name="test_req title"/>
          <p:cNvSpPr/>
          <p:nvPr/>
        </p:nvSpPr>
        <p:spPr>
          <a:xfrm>
            <a:off x="5474317" y="2699176"/>
            <a:ext cx="1243366" cy="303723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5474317" y="2998153"/>
            <a:ext cx="1243366" cy="9491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Text 10"/>
          <p:cNvSpPr txBox="1"/>
          <p:nvPr/>
        </p:nvSpPr>
        <p:spPr>
          <a:xfrm>
            <a:off x="5474317" y="2699176"/>
            <a:ext cx="1243366" cy="3037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0" dirty="0">
                <a:solidFill>
                  <a:srgbClr val="000000"/>
                </a:solidFill>
              </a:rPr>
              <a:t>test_req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5569230" y="3002899"/>
            <a:ext cx="1053540" cy="1100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«requirement»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id: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text: the test text.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risk: high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verifyMethod: test</a:t>
            </a:r>
          </a:p>
        </p:txBody>
      </p:sp>
      <p:sp>
        <p:nvSpPr>
          <p:cNvPr id="22" name="test_req2"/>
          <p:cNvSpPr/>
          <p:nvPr/>
        </p:nvSpPr>
        <p:spPr>
          <a:xfrm>
            <a:off x="5289236" y="4768289"/>
            <a:ext cx="1613528" cy="1404719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23" name="test_req2 title"/>
          <p:cNvSpPr/>
          <p:nvPr/>
        </p:nvSpPr>
        <p:spPr>
          <a:xfrm>
            <a:off x="5289236" y="4768289"/>
            <a:ext cx="1613528" cy="303723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4" name="Divider"/>
          <p:cNvSpPr/>
          <p:nvPr/>
        </p:nvSpPr>
        <p:spPr>
          <a:xfrm>
            <a:off x="5289236" y="5067266"/>
            <a:ext cx="1613528" cy="9491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5" name="Text 15"/>
          <p:cNvSpPr txBox="1"/>
          <p:nvPr/>
        </p:nvSpPr>
        <p:spPr>
          <a:xfrm>
            <a:off x="5289236" y="4768289"/>
            <a:ext cx="1613528" cy="3037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0" dirty="0">
                <a:solidFill>
                  <a:srgbClr val="000000"/>
                </a:solidFill>
              </a:rPr>
              <a:t>test_req2</a:t>
            </a:r>
          </a:p>
        </p:txBody>
      </p:sp>
      <p:sp>
        <p:nvSpPr>
          <p:cNvPr id="26" name="Text 16"/>
          <p:cNvSpPr txBox="1"/>
          <p:nvPr/>
        </p:nvSpPr>
        <p:spPr>
          <a:xfrm>
            <a:off x="5384149" y="5072012"/>
            <a:ext cx="1423702" cy="1100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«functionalRequirement»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id: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text: the second test text.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risk: 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verifyMethod: inspection</a:t>
            </a:r>
          </a:p>
        </p:txBody>
      </p:sp>
      <p:sp>
        <p:nvSpPr>
          <p:cNvPr id="27" name="test_entity"/>
          <p:cNvSpPr/>
          <p:nvPr/>
        </p:nvSpPr>
        <p:spPr>
          <a:xfrm>
            <a:off x="5517978" y="1256492"/>
            <a:ext cx="1156046" cy="778290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28" name="test_entity title"/>
          <p:cNvSpPr/>
          <p:nvPr/>
        </p:nvSpPr>
        <p:spPr>
          <a:xfrm>
            <a:off x="5517978" y="1256492"/>
            <a:ext cx="1156046" cy="303723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9" name="Divider"/>
          <p:cNvSpPr/>
          <p:nvPr/>
        </p:nvSpPr>
        <p:spPr>
          <a:xfrm>
            <a:off x="5517978" y="1555469"/>
            <a:ext cx="1156046" cy="9491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0" name="Text 20"/>
          <p:cNvSpPr txBox="1"/>
          <p:nvPr/>
        </p:nvSpPr>
        <p:spPr>
          <a:xfrm>
            <a:off x="5517978" y="1256492"/>
            <a:ext cx="1156046" cy="3037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0" dirty="0">
                <a:solidFill>
                  <a:srgbClr val="000000"/>
                </a:solidFill>
              </a:rPr>
              <a:t>test_entity</a:t>
            </a:r>
          </a:p>
        </p:txBody>
      </p:sp>
      <p:sp>
        <p:nvSpPr>
          <p:cNvPr id="31" name="Text 21"/>
          <p:cNvSpPr txBox="1"/>
          <p:nvPr/>
        </p:nvSpPr>
        <p:spPr>
          <a:xfrm>
            <a:off x="5612891" y="1560215"/>
            <a:ext cx="966220" cy="4745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«element»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type: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requirement-diagram.md</dc:title>
  <dc:creator>md2nativedocx</dc:creator>
  <cp:lastModifiedBy>md2nativedocx</cp:lastModifiedBy>
  <dcterms:created xsi:type="dcterms:W3CDTF">2026-10-05T12:06:31Z</dcterms:created>
  <dcterms:modified xsi:type="dcterms:W3CDTF">2026-10-05T12:06:31Z</dcterms:modified>
</cp:coreProperties>
</file>