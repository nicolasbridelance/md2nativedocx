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sequence</a:t>
            </a:r>
          </a:p>
        </p:txBody>
      </p:sp>
      <p:sp>
        <p:nvSpPr>
          <p:cNvPr id="80" name="Participant U"/>
          <p:cNvSpPr/>
          <p:nvPr/>
        </p:nvSpPr>
        <p:spPr>
          <a:xfrm>
            <a:off x="3548228" y="1305256"/>
            <a:ext cx="622251" cy="235073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82" name="Participant U"/>
          <p:cNvSpPr/>
          <p:nvPr/>
        </p:nvSpPr>
        <p:spPr>
          <a:xfrm>
            <a:off x="3548228" y="6027449"/>
            <a:ext cx="622251" cy="235073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85" name="Participant W"/>
          <p:cNvSpPr/>
          <p:nvPr/>
        </p:nvSpPr>
        <p:spPr>
          <a:xfrm>
            <a:off x="4516174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87" name="Participant W"/>
          <p:cNvSpPr/>
          <p:nvPr/>
        </p:nvSpPr>
        <p:spPr>
          <a:xfrm>
            <a:off x="4516174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0" name="Participant API"/>
          <p:cNvSpPr/>
          <p:nvPr/>
        </p:nvSpPr>
        <p:spPr>
          <a:xfrm>
            <a:off x="5622398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2" name="Participant API"/>
          <p:cNvSpPr/>
          <p:nvPr/>
        </p:nvSpPr>
        <p:spPr>
          <a:xfrm>
            <a:off x="5622398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5" name="Participant DB"/>
          <p:cNvSpPr/>
          <p:nvPr/>
        </p:nvSpPr>
        <p:spPr>
          <a:xfrm>
            <a:off x="6590344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7" name="Participant DB"/>
          <p:cNvSpPr/>
          <p:nvPr/>
        </p:nvSpPr>
        <p:spPr>
          <a:xfrm>
            <a:off x="6590344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00" name="Participant M"/>
          <p:cNvSpPr/>
          <p:nvPr/>
        </p:nvSpPr>
        <p:spPr>
          <a:xfrm>
            <a:off x="7558290" y="521160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0" name="Block loop"/>
          <p:cNvSpPr/>
          <p:nvPr/>
        </p:nvSpPr>
        <p:spPr>
          <a:xfrm>
            <a:off x="4578399" y="3137439"/>
            <a:ext cx="1604025" cy="421748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1" name="Box 31"/>
          <p:cNvSpPr/>
          <p:nvPr/>
        </p:nvSpPr>
        <p:spPr>
          <a:xfrm>
            <a:off x="4578399" y="3137439"/>
            <a:ext cx="276556" cy="110622"/>
          </a:xfrm>
          <a:prstGeom prst="rect">
            <a:avLst/>
          </a:prstGeom>
          <a:solidFill>
            <a:srgbClr val="E6E6E6"/>
          </a:solidFill>
          <a:ln w="6914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loop</a:t>
            </a:r>
          </a:p>
        </p:txBody>
      </p:sp>
      <p:sp>
        <p:nvSpPr>
          <p:cNvPr id="42" name="Box 32"/>
          <p:cNvSpPr/>
          <p:nvPr/>
        </p:nvSpPr>
        <p:spPr>
          <a:xfrm>
            <a:off x="4896438" y="3137439"/>
            <a:ext cx="1244502" cy="110622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[Every minute]</a:t>
            </a:r>
          </a:p>
        </p:txBody>
      </p:sp>
      <p:sp>
        <p:nvSpPr>
          <p:cNvPr id="58" name="Block alt"/>
          <p:cNvSpPr/>
          <p:nvPr/>
        </p:nvSpPr>
        <p:spPr>
          <a:xfrm>
            <a:off x="4578399" y="3655982"/>
            <a:ext cx="1604025" cy="1209932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59" name="Box 49"/>
          <p:cNvSpPr/>
          <p:nvPr/>
        </p:nvSpPr>
        <p:spPr>
          <a:xfrm>
            <a:off x="4578399" y="3655982"/>
            <a:ext cx="235073" cy="110622"/>
          </a:xfrm>
          <a:prstGeom prst="rect">
            <a:avLst/>
          </a:prstGeom>
          <a:solidFill>
            <a:srgbClr val="E6E6E6"/>
          </a:solidFill>
          <a:ln w="6914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alt</a:t>
            </a:r>
          </a:p>
        </p:txBody>
      </p:sp>
      <p:sp>
        <p:nvSpPr>
          <p:cNvPr id="60" name="Box 50"/>
          <p:cNvSpPr/>
          <p:nvPr/>
        </p:nvSpPr>
        <p:spPr>
          <a:xfrm>
            <a:off x="4854955" y="3655982"/>
            <a:ext cx="1285985" cy="110622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[paid]</a:t>
            </a:r>
          </a:p>
        </p:txBody>
      </p:sp>
      <p:cxnSp>
        <p:nvCxnSpPr>
          <p:cNvPr id="61" name="Connector 51"/>
          <p:cNvCxnSpPr/>
          <p:nvPr/>
        </p:nvCxnSpPr>
        <p:spPr>
          <a:xfrm>
            <a:off x="4578399" y="4091558"/>
            <a:ext cx="1604025" cy="1"/>
          </a:xfrm>
          <a:prstGeom prst="line">
            <a:avLst/>
          </a:prstGeom>
          <a:ln w="6914">
            <a:solidFill>
              <a:srgbClr val="7F7F7F"/>
            </a:solidFill>
            <a:prstDash val="dash"/>
          </a:ln>
        </p:spPr>
      </p:cxnSp>
      <p:sp>
        <p:nvSpPr>
          <p:cNvPr id="62" name="Box 52"/>
          <p:cNvSpPr/>
          <p:nvPr/>
        </p:nvSpPr>
        <p:spPr>
          <a:xfrm>
            <a:off x="4619882" y="4105385"/>
            <a:ext cx="1521058" cy="96795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[failed]</a:t>
            </a:r>
          </a:p>
        </p:txBody>
      </p:sp>
      <p:cxnSp>
        <p:nvCxnSpPr>
          <p:cNvPr id="84" name="Connector 74"/>
          <p:cNvCxnSpPr/>
          <p:nvPr/>
        </p:nvCxnSpPr>
        <p:spPr>
          <a:xfrm>
            <a:off x="3859353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89" name="Connector 79"/>
          <p:cNvCxnSpPr/>
          <p:nvPr/>
        </p:nvCxnSpPr>
        <p:spPr>
          <a:xfrm>
            <a:off x="4827299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94" name="Connector 84"/>
          <p:cNvCxnSpPr/>
          <p:nvPr/>
        </p:nvCxnSpPr>
        <p:spPr>
          <a:xfrm>
            <a:off x="5933523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99" name="Connector 89"/>
          <p:cNvCxnSpPr/>
          <p:nvPr/>
        </p:nvCxnSpPr>
        <p:spPr>
          <a:xfrm>
            <a:off x="6901469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102" name="Connector 92"/>
          <p:cNvCxnSpPr/>
          <p:nvPr/>
        </p:nvCxnSpPr>
        <p:spPr>
          <a:xfrm>
            <a:off x="7869415" y="5446682"/>
            <a:ext cx="1" cy="200503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sp>
        <p:nvSpPr>
          <p:cNvPr id="47" name="Activation"/>
          <p:cNvSpPr/>
          <p:nvPr/>
        </p:nvSpPr>
        <p:spPr>
          <a:xfrm>
            <a:off x="5898954" y="2190235"/>
            <a:ext cx="69139" cy="1790700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79" name="Activation"/>
          <p:cNvSpPr/>
          <p:nvPr/>
        </p:nvSpPr>
        <p:spPr>
          <a:xfrm>
            <a:off x="4792730" y="1851454"/>
            <a:ext cx="69139" cy="4037717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34" name="Note"/>
          <p:cNvSpPr/>
          <p:nvPr/>
        </p:nvSpPr>
        <p:spPr>
          <a:xfrm>
            <a:off x="5864384" y="2916195"/>
            <a:ext cx="1106224" cy="152106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35" name="Box 25"/>
          <p:cNvSpPr/>
          <p:nvPr/>
        </p:nvSpPr>
        <p:spPr>
          <a:xfrm>
            <a:off x="5905868" y="2950764"/>
            <a:ext cx="1023257" cy="82967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Retried 3 times</a:t>
            </a:r>
          </a:p>
        </p:txBody>
      </p:sp>
      <p:sp>
        <p:nvSpPr>
          <p:cNvPr id="63" name="Note"/>
          <p:cNvSpPr/>
          <p:nvPr/>
        </p:nvSpPr>
        <p:spPr>
          <a:xfrm>
            <a:off x="4896438" y="4962709"/>
            <a:ext cx="898807" cy="152106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64" name="Box 54"/>
          <p:cNvSpPr/>
          <p:nvPr/>
        </p:nvSpPr>
        <p:spPr>
          <a:xfrm>
            <a:off x="4937922" y="4997278"/>
            <a:ext cx="815840" cy="82967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done</a:t>
            </a:r>
          </a:p>
        </p:txBody>
      </p:sp>
      <p:sp>
        <p:nvSpPr>
          <p:cNvPr id="11" name="Box 1"/>
          <p:cNvSpPr/>
          <p:nvPr/>
        </p:nvSpPr>
        <p:spPr>
          <a:xfrm>
            <a:off x="3409950" y="1070183"/>
            <a:ext cx="4908869" cy="124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333333"/>
                </a:solidFill>
              </a:rPr>
              <a:t>Checkout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3859353" y="1851454"/>
            <a:ext cx="93337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3" name="Box 3"/>
          <p:cNvSpPr/>
          <p:nvPr/>
        </p:nvSpPr>
        <p:spPr>
          <a:xfrm>
            <a:off x="3887009" y="1706262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Place order</a:t>
            </a:r>
          </a:p>
        </p:txBody>
      </p:sp>
      <p:sp>
        <p:nvSpPr>
          <p:cNvPr id="14" name="Shape 4"/>
          <p:cNvSpPr/>
          <p:nvPr/>
        </p:nvSpPr>
        <p:spPr>
          <a:xfrm>
            <a:off x="3880095" y="1803057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3880095" y="1803057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4861869" y="2093441"/>
            <a:ext cx="1071654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7" name="Box 7"/>
          <p:cNvSpPr/>
          <p:nvPr/>
        </p:nvSpPr>
        <p:spPr>
          <a:xfrm>
            <a:off x="4889525" y="1948249"/>
            <a:ext cx="1016343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POST /orders</a:t>
            </a:r>
          </a:p>
        </p:txBody>
      </p:sp>
      <p:sp>
        <p:nvSpPr>
          <p:cNvPr id="18" name="Shape 8"/>
          <p:cNvSpPr/>
          <p:nvPr/>
        </p:nvSpPr>
        <p:spPr>
          <a:xfrm>
            <a:off x="4882611" y="2045043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4882611" y="2045043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5968093" y="2335427"/>
            <a:ext cx="933376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1" name="Box 11"/>
          <p:cNvSpPr/>
          <p:nvPr/>
        </p:nvSpPr>
        <p:spPr>
          <a:xfrm>
            <a:off x="5995748" y="2190235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INSERT order</a:t>
            </a:r>
          </a:p>
        </p:txBody>
      </p:sp>
      <p:sp>
        <p:nvSpPr>
          <p:cNvPr id="22" name="Shape 12"/>
          <p:cNvSpPr/>
          <p:nvPr/>
        </p:nvSpPr>
        <p:spPr>
          <a:xfrm>
            <a:off x="5988835" y="2287030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5988835" y="2287030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24" name="Connector 14"/>
          <p:cNvCxnSpPr/>
          <p:nvPr/>
        </p:nvCxnSpPr>
        <p:spPr>
          <a:xfrm flipH="1">
            <a:off x="5968093" y="2577414"/>
            <a:ext cx="933376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5" name="Box 15"/>
          <p:cNvSpPr/>
          <p:nvPr/>
        </p:nvSpPr>
        <p:spPr>
          <a:xfrm>
            <a:off x="5995748" y="2432222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ok</a:t>
            </a:r>
          </a:p>
        </p:txBody>
      </p:sp>
      <p:sp>
        <p:nvSpPr>
          <p:cNvPr id="26" name="Shape 16"/>
          <p:cNvSpPr/>
          <p:nvPr/>
        </p:nvSpPr>
        <p:spPr>
          <a:xfrm>
            <a:off x="6783933" y="2529016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6783933" y="2529016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8" name="Connector 18"/>
          <p:cNvCxnSpPr/>
          <p:nvPr/>
        </p:nvCxnSpPr>
        <p:spPr>
          <a:xfrm flipH="1">
            <a:off x="4861869" y="2819400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29" name="Connector 19"/>
          <p:cNvCxnSpPr/>
          <p:nvPr/>
        </p:nvCxnSpPr>
        <p:spPr>
          <a:xfrm>
            <a:off x="4868783" y="2791744"/>
            <a:ext cx="55311" cy="55312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30" name="Connector 20"/>
          <p:cNvCxnSpPr/>
          <p:nvPr/>
        </p:nvCxnSpPr>
        <p:spPr>
          <a:xfrm flipV="1">
            <a:off x="4868783" y="2791744"/>
            <a:ext cx="55311" cy="55312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sp>
        <p:nvSpPr>
          <p:cNvPr id="31" name="Box 21"/>
          <p:cNvSpPr/>
          <p:nvPr/>
        </p:nvSpPr>
        <p:spPr>
          <a:xfrm>
            <a:off x="4889525" y="2674208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Payment declined</a:t>
            </a:r>
          </a:p>
        </p:txBody>
      </p:sp>
      <p:sp>
        <p:nvSpPr>
          <p:cNvPr id="32" name="Shape 22"/>
          <p:cNvSpPr/>
          <p:nvPr/>
        </p:nvSpPr>
        <p:spPr>
          <a:xfrm>
            <a:off x="5781418" y="2771003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5781418" y="2771003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36" name="Connector 26"/>
          <p:cNvCxnSpPr/>
          <p:nvPr/>
        </p:nvCxnSpPr>
        <p:spPr>
          <a:xfrm>
            <a:off x="4861869" y="3462393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37" name="Box 27"/>
          <p:cNvSpPr/>
          <p:nvPr/>
        </p:nvSpPr>
        <p:spPr>
          <a:xfrm>
            <a:off x="4889525" y="3317201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poll status</a:t>
            </a:r>
          </a:p>
        </p:txBody>
      </p:sp>
      <p:sp>
        <p:nvSpPr>
          <p:cNvPr id="38" name="Shape 28"/>
          <p:cNvSpPr/>
          <p:nvPr/>
        </p:nvSpPr>
        <p:spPr>
          <a:xfrm>
            <a:off x="4882611" y="3413995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4882611" y="3413995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43" name="Connector 33"/>
          <p:cNvCxnSpPr/>
          <p:nvPr/>
        </p:nvCxnSpPr>
        <p:spPr>
          <a:xfrm flipH="1">
            <a:off x="4861869" y="3980935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44" name="Box 34"/>
          <p:cNvSpPr/>
          <p:nvPr/>
        </p:nvSpPr>
        <p:spPr>
          <a:xfrm>
            <a:off x="4889525" y="3835743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200 OK</a:t>
            </a:r>
          </a:p>
        </p:txBody>
      </p:sp>
      <p:sp>
        <p:nvSpPr>
          <p:cNvPr id="45" name="Shape 35"/>
          <p:cNvSpPr/>
          <p:nvPr/>
        </p:nvSpPr>
        <p:spPr>
          <a:xfrm>
            <a:off x="5781418" y="393253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6" name="Box 36"/>
          <p:cNvSpPr/>
          <p:nvPr/>
        </p:nvSpPr>
        <p:spPr>
          <a:xfrm>
            <a:off x="5781418" y="393253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7</a:t>
            </a:r>
          </a:p>
        </p:txBody>
      </p:sp>
      <p:cxnSp>
        <p:nvCxnSpPr>
          <p:cNvPr id="48" name="Connector 38"/>
          <p:cNvCxnSpPr/>
          <p:nvPr/>
        </p:nvCxnSpPr>
        <p:spPr>
          <a:xfrm flipH="1">
            <a:off x="4861869" y="4388855"/>
            <a:ext cx="1071654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sm" len="sm"/>
          </a:ln>
        </p:spPr>
      </p:cxnSp>
      <p:sp>
        <p:nvSpPr>
          <p:cNvPr id="49" name="Box 39"/>
          <p:cNvSpPr/>
          <p:nvPr/>
        </p:nvSpPr>
        <p:spPr>
          <a:xfrm>
            <a:off x="4889525" y="4243663"/>
            <a:ext cx="1016343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402</a:t>
            </a:r>
          </a:p>
        </p:txBody>
      </p:sp>
      <p:sp>
        <p:nvSpPr>
          <p:cNvPr id="50" name="Shape 40"/>
          <p:cNvSpPr/>
          <p:nvPr/>
        </p:nvSpPr>
        <p:spPr>
          <a:xfrm>
            <a:off x="5815987" y="434045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51" name="Box 41"/>
          <p:cNvSpPr/>
          <p:nvPr/>
        </p:nvSpPr>
        <p:spPr>
          <a:xfrm>
            <a:off x="5815987" y="434045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8</a:t>
            </a:r>
          </a:p>
        </p:txBody>
      </p:sp>
      <p:cxnSp>
        <p:nvCxnSpPr>
          <p:cNvPr id="52" name="Connector 42"/>
          <p:cNvCxnSpPr/>
          <p:nvPr/>
        </p:nvCxnSpPr>
        <p:spPr>
          <a:xfrm>
            <a:off x="5933523" y="4630842"/>
            <a:ext cx="20741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53" name="Connector 43"/>
          <p:cNvCxnSpPr/>
          <p:nvPr/>
        </p:nvCxnSpPr>
        <p:spPr>
          <a:xfrm>
            <a:off x="6140940" y="4630842"/>
            <a:ext cx="1" cy="138278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54" name="Connector 44"/>
          <p:cNvCxnSpPr/>
          <p:nvPr/>
        </p:nvCxnSpPr>
        <p:spPr>
          <a:xfrm flipH="1">
            <a:off x="5933523" y="4769120"/>
            <a:ext cx="20741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55" name="Box 45"/>
          <p:cNvSpPr/>
          <p:nvPr/>
        </p:nvSpPr>
        <p:spPr>
          <a:xfrm>
            <a:off x="6182424" y="4485650"/>
            <a:ext cx="506789" cy="89881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log failure</a:t>
            </a:r>
          </a:p>
        </p:txBody>
      </p:sp>
      <p:sp>
        <p:nvSpPr>
          <p:cNvPr id="56" name="Shape 46"/>
          <p:cNvSpPr/>
          <p:nvPr/>
        </p:nvSpPr>
        <p:spPr>
          <a:xfrm>
            <a:off x="5940437" y="4582444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57" name="Box 47"/>
          <p:cNvSpPr/>
          <p:nvPr/>
        </p:nvSpPr>
        <p:spPr>
          <a:xfrm>
            <a:off x="5940437" y="4582444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9</a:t>
            </a:r>
          </a:p>
        </p:txBody>
      </p:sp>
      <p:cxnSp>
        <p:nvCxnSpPr>
          <p:cNvPr id="65" name="Connector 55"/>
          <p:cNvCxnSpPr/>
          <p:nvPr/>
        </p:nvCxnSpPr>
        <p:spPr>
          <a:xfrm>
            <a:off x="4861869" y="5329146"/>
            <a:ext cx="2696421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66" name="Box 56"/>
          <p:cNvSpPr/>
          <p:nvPr/>
        </p:nvSpPr>
        <p:spPr>
          <a:xfrm>
            <a:off x="4889525" y="5183954"/>
            <a:ext cx="2641110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send receipt</a:t>
            </a:r>
          </a:p>
        </p:txBody>
      </p:sp>
      <p:sp>
        <p:nvSpPr>
          <p:cNvPr id="67" name="Shape 57"/>
          <p:cNvSpPr/>
          <p:nvPr/>
        </p:nvSpPr>
        <p:spPr>
          <a:xfrm>
            <a:off x="4882611" y="528074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68" name="Box 58"/>
          <p:cNvSpPr/>
          <p:nvPr/>
        </p:nvSpPr>
        <p:spPr>
          <a:xfrm>
            <a:off x="4882611" y="528074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10</a:t>
            </a:r>
          </a:p>
        </p:txBody>
      </p:sp>
      <p:cxnSp>
        <p:nvCxnSpPr>
          <p:cNvPr id="69" name="Connector 59"/>
          <p:cNvCxnSpPr/>
          <p:nvPr/>
        </p:nvCxnSpPr>
        <p:spPr>
          <a:xfrm flipH="1">
            <a:off x="4861869" y="5647185"/>
            <a:ext cx="3007546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70" name="Box 60"/>
          <p:cNvSpPr/>
          <p:nvPr/>
        </p:nvSpPr>
        <p:spPr>
          <a:xfrm>
            <a:off x="4889525" y="5501993"/>
            <a:ext cx="295223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sent</a:t>
            </a:r>
          </a:p>
        </p:txBody>
      </p:sp>
      <p:sp>
        <p:nvSpPr>
          <p:cNvPr id="71" name="Shape 61"/>
          <p:cNvSpPr/>
          <p:nvPr/>
        </p:nvSpPr>
        <p:spPr>
          <a:xfrm>
            <a:off x="7751879" y="559878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2" name="Box 62"/>
          <p:cNvSpPr/>
          <p:nvPr/>
        </p:nvSpPr>
        <p:spPr>
          <a:xfrm>
            <a:off x="7751879" y="559878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11</a:t>
            </a:r>
          </a:p>
        </p:txBody>
      </p:sp>
      <p:cxnSp>
        <p:nvCxnSpPr>
          <p:cNvPr id="73" name="Connector 63"/>
          <p:cNvCxnSpPr/>
          <p:nvPr/>
        </p:nvCxnSpPr>
        <p:spPr>
          <a:xfrm>
            <a:off x="7821018" y="5598788"/>
            <a:ext cx="96795" cy="96794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74" name="Connector 64"/>
          <p:cNvCxnSpPr/>
          <p:nvPr/>
        </p:nvCxnSpPr>
        <p:spPr>
          <a:xfrm flipV="1">
            <a:off x="7821018" y="5598788"/>
            <a:ext cx="96795" cy="96794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75" name="Connector 65"/>
          <p:cNvCxnSpPr/>
          <p:nvPr/>
        </p:nvCxnSpPr>
        <p:spPr>
          <a:xfrm flipH="1">
            <a:off x="3859353" y="5889171"/>
            <a:ext cx="933377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76" name="Box 66"/>
          <p:cNvSpPr/>
          <p:nvPr/>
        </p:nvSpPr>
        <p:spPr>
          <a:xfrm>
            <a:off x="3887009" y="5743980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Confirmation</a:t>
            </a:r>
          </a:p>
        </p:txBody>
      </p:sp>
      <p:sp>
        <p:nvSpPr>
          <p:cNvPr id="77" name="Shape 67"/>
          <p:cNvSpPr/>
          <p:nvPr/>
        </p:nvSpPr>
        <p:spPr>
          <a:xfrm>
            <a:off x="4675194" y="5840774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8" name="Box 68"/>
          <p:cNvSpPr/>
          <p:nvPr/>
        </p:nvSpPr>
        <p:spPr>
          <a:xfrm>
            <a:off x="4675194" y="5840774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1" name="Box 71"/>
          <p:cNvSpPr/>
          <p:nvPr/>
        </p:nvSpPr>
        <p:spPr>
          <a:xfrm>
            <a:off x="3548228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User</a:t>
            </a:r>
          </a:p>
        </p:txBody>
      </p:sp>
      <p:sp>
        <p:nvSpPr>
          <p:cNvPr id="83" name="Box 73"/>
          <p:cNvSpPr/>
          <p:nvPr/>
        </p:nvSpPr>
        <p:spPr>
          <a:xfrm>
            <a:off x="3548228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User</a:t>
            </a:r>
          </a:p>
        </p:txBody>
      </p:sp>
      <p:sp>
        <p:nvSpPr>
          <p:cNvPr id="86" name="Box 76"/>
          <p:cNvSpPr/>
          <p:nvPr/>
        </p:nvSpPr>
        <p:spPr>
          <a:xfrm>
            <a:off x="4516174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Web App</a:t>
            </a:r>
          </a:p>
        </p:txBody>
      </p:sp>
      <p:sp>
        <p:nvSpPr>
          <p:cNvPr id="88" name="Box 78"/>
          <p:cNvSpPr/>
          <p:nvPr/>
        </p:nvSpPr>
        <p:spPr>
          <a:xfrm>
            <a:off x="4516174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Web App</a:t>
            </a:r>
          </a:p>
        </p:txBody>
      </p:sp>
      <p:sp>
        <p:nvSpPr>
          <p:cNvPr id="91" name="Box 81"/>
          <p:cNvSpPr/>
          <p:nvPr/>
        </p:nvSpPr>
        <p:spPr>
          <a:xfrm>
            <a:off x="5622398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API</a:t>
            </a:r>
          </a:p>
        </p:txBody>
      </p:sp>
      <p:sp>
        <p:nvSpPr>
          <p:cNvPr id="93" name="Box 83"/>
          <p:cNvSpPr/>
          <p:nvPr/>
        </p:nvSpPr>
        <p:spPr>
          <a:xfrm>
            <a:off x="5622398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API</a:t>
            </a:r>
          </a:p>
        </p:txBody>
      </p:sp>
      <p:sp>
        <p:nvSpPr>
          <p:cNvPr id="96" name="Box 86"/>
          <p:cNvSpPr/>
          <p:nvPr/>
        </p:nvSpPr>
        <p:spPr>
          <a:xfrm>
            <a:off x="6590344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Database</a:t>
            </a:r>
          </a:p>
        </p:txBody>
      </p:sp>
      <p:sp>
        <p:nvSpPr>
          <p:cNvPr id="98" name="Box 88"/>
          <p:cNvSpPr/>
          <p:nvPr/>
        </p:nvSpPr>
        <p:spPr>
          <a:xfrm>
            <a:off x="6590344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Database</a:t>
            </a:r>
          </a:p>
        </p:txBody>
      </p:sp>
      <p:sp>
        <p:nvSpPr>
          <p:cNvPr id="101" name="Box 91"/>
          <p:cNvSpPr/>
          <p:nvPr/>
        </p:nvSpPr>
        <p:spPr>
          <a:xfrm>
            <a:off x="7558290" y="528074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sequence.md</dc:title>
  <dc:creator>md2nativedocx</dc:creator>
  <cp:lastModifiedBy>md2nativedocx</cp:lastModifiedBy>
  <dcterms:created xsi:type="dcterms:W3CDTF">2026-10-05T12:06:32Z</dcterms:created>
  <dcterms:modified xsi:type="dcterms:W3CDTF">2026-10-05T12:06:32Z</dcterms:modified>
</cp:coreProperties>
</file>