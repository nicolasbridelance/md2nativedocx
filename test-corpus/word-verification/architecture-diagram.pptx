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architecture-diagram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63691" y="1870412"/>
            <a:ext cx="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6130510" y="3281516"/>
            <a:ext cx="40568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3" name="Connector 3"/>
          <p:cNvCxnSpPr/>
          <p:nvPr/>
        </p:nvCxnSpPr>
        <p:spPr>
          <a:xfrm>
            <a:off x="6791190" y="3281516"/>
            <a:ext cx="492614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7324373" y="4506949"/>
            <a:ext cx="1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sp>
        <p:nvSpPr>
          <p:cNvPr id="15" name="Public API"/>
          <p:cNvSpPr/>
          <p:nvPr/>
        </p:nvSpPr>
        <p:spPr>
          <a:xfrm>
            <a:off x="4401591" y="1325775"/>
            <a:ext cx="1177159" cy="544637"/>
          </a:xfrm>
          <a:prstGeom prst="cloud">
            <a:avLst/>
          </a:prstGeom>
          <a:solidFill>
            <a:srgbClr val="FCE4D6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Public API</a:t>
            </a:r>
          </a:p>
        </p:txBody>
      </p:sp>
      <p:sp>
        <p:nvSpPr>
          <p:cNvPr id="16" name="My Database"/>
          <p:cNvSpPr/>
          <p:nvPr/>
        </p:nvSpPr>
        <p:spPr>
          <a:xfrm>
            <a:off x="5387198" y="4147984"/>
            <a:ext cx="1231621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My Database</a:t>
            </a:r>
          </a:p>
        </p:txBody>
      </p:sp>
      <p:sp>
        <p:nvSpPr>
          <p:cNvPr id="17" name="Server"/>
          <p:cNvSpPr/>
          <p:nvPr/>
        </p:nvSpPr>
        <p:spPr>
          <a:xfrm>
            <a:off x="6230457" y="2736879"/>
            <a:ext cx="866468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Server</a:t>
            </a:r>
          </a:p>
        </p:txBody>
      </p:sp>
      <p:sp>
        <p:nvSpPr>
          <p:cNvPr id="18" name="Storage"/>
          <p:cNvSpPr/>
          <p:nvPr/>
        </p:nvSpPr>
        <p:spPr>
          <a:xfrm>
            <a:off x="6858336" y="5559088"/>
            <a:ext cx="932072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9" name="Gateway"/>
          <p:cNvSpPr/>
          <p:nvPr/>
        </p:nvSpPr>
        <p:spPr>
          <a:xfrm>
            <a:off x="6197656" y="1325775"/>
            <a:ext cx="932072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Gateway</a:t>
            </a:r>
          </a:p>
        </p:txBody>
      </p:sp>
      <p:sp>
        <p:nvSpPr>
          <p:cNvPr id="20" name="j1"/>
          <p:cNvSpPr/>
          <p:nvPr/>
        </p:nvSpPr>
        <p:spPr>
          <a:xfrm>
            <a:off x="7237726" y="4333656"/>
            <a:ext cx="173294" cy="173294"/>
          </a:xfrm>
          <a:prstGeom prst="ellipse">
            <a:avLst/>
          </a:prstGeom>
          <a:solidFill>
            <a:srgbClr val="2F5496"/>
          </a:solid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architecture-diagram.md</dc:title>
  <dc:creator>md2nativedocx</dc:creator>
  <cp:lastModifiedBy>md2nativedocx</cp:lastModifiedBy>
  <dcterms:created xsi:type="dcterms:W3CDTF">2026-10-05T11:54:20Z</dcterms:created>
  <dcterms:modified xsi:type="dcterms:W3CDTF">2026-10-05T11:54:20Z</dcterms:modified>
</cp:coreProperties>
</file>