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architecture-diagram</a:t>
            </a:r>
          </a:p>
        </p:txBody>
      </p:sp>
      <p:cxnSp>
        <p:nvCxnSpPr>
          <p:cNvPr id="11" name="Connector 1"/>
          <p:cNvCxnSpPr/>
          <p:nvPr/>
        </p:nvCxnSpPr>
        <p:spPr>
          <a:xfrm>
            <a:off x="6663691" y="1870412"/>
            <a:ext cx="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2" name="Connector 2"/>
          <p:cNvCxnSpPr/>
          <p:nvPr/>
        </p:nvCxnSpPr>
        <p:spPr>
          <a:xfrm flipH="1">
            <a:off x="6130510" y="3281516"/>
            <a:ext cx="405681" cy="866468"/>
          </a:xfrm>
          <a:prstGeom prst="line">
            <a:avLst/>
          </a:prstGeom>
          <a:ln w="12378">
            <a:solidFill>
              <a:srgbClr val="2F5496"/>
            </a:solidFill>
            <a:prstDash val="solid"/>
            <a:tailEnd type="triangle" w="sm" len="sm"/>
          </a:ln>
        </p:spPr>
      </p:cxnSp>
      <p:cxnSp>
        <p:nvCxnSpPr>
          <p:cNvPr id="13" name="Connector 3"/>
          <p:cNvCxnSpPr/>
          <p:nvPr/>
        </p:nvCxnSpPr>
        <p:spPr>
          <a:xfrm>
            <a:off x="6791190" y="3281516"/>
            <a:ext cx="492614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cxnSp>
        <p:nvCxnSpPr>
          <p:cNvPr id="14" name="Connector 4"/>
          <p:cNvCxnSpPr/>
          <p:nvPr/>
        </p:nvCxnSpPr>
        <p:spPr>
          <a:xfrm>
            <a:off x="7324373" y="4506949"/>
            <a:ext cx="1" cy="1052139"/>
          </a:xfrm>
          <a:prstGeom prst="line">
            <a:avLst/>
          </a:prstGeom>
          <a:ln w="12378">
            <a:solidFill>
              <a:srgbClr val="2F5496"/>
            </a:solidFill>
            <a:prstDash val="solid"/>
          </a:ln>
        </p:spPr>
      </p:cxnSp>
      <p:sp>
        <p:nvSpPr>
          <p:cNvPr id="15" name="Public API"/>
          <p:cNvSpPr/>
          <p:nvPr/>
        </p:nvSpPr>
        <p:spPr>
          <a:xfrm>
            <a:off x="4401591" y="1325775"/>
            <a:ext cx="1177159" cy="544637"/>
          </a:xfrm>
          <a:prstGeom prst="cloud">
            <a:avLst/>
          </a:prstGeom>
          <a:solidFill>
            <a:srgbClr val="FCE4D6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Public API</a:t>
            </a:r>
          </a:p>
        </p:txBody>
      </p:sp>
      <p:sp>
        <p:nvSpPr>
          <p:cNvPr id="16" name="My Database"/>
          <p:cNvSpPr/>
          <p:nvPr/>
        </p:nvSpPr>
        <p:spPr>
          <a:xfrm>
            <a:off x="5387198" y="4147984"/>
            <a:ext cx="1231621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My Database</a:t>
            </a:r>
          </a:p>
        </p:txBody>
      </p:sp>
      <p:sp>
        <p:nvSpPr>
          <p:cNvPr id="17" name="Server"/>
          <p:cNvSpPr/>
          <p:nvPr/>
        </p:nvSpPr>
        <p:spPr>
          <a:xfrm>
            <a:off x="6230457" y="2736879"/>
            <a:ext cx="866468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Server</a:t>
            </a:r>
          </a:p>
        </p:txBody>
      </p:sp>
      <p:sp>
        <p:nvSpPr>
          <p:cNvPr id="18" name="Storage"/>
          <p:cNvSpPr/>
          <p:nvPr/>
        </p:nvSpPr>
        <p:spPr>
          <a:xfrm>
            <a:off x="6858336" y="5559088"/>
            <a:ext cx="932072" cy="544637"/>
          </a:xfrm>
          <a:prstGeom prst="can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Storage</a:t>
            </a:r>
          </a:p>
        </p:txBody>
      </p:sp>
      <p:sp>
        <p:nvSpPr>
          <p:cNvPr id="19" name="Gateway"/>
          <p:cNvSpPr/>
          <p:nvPr/>
        </p:nvSpPr>
        <p:spPr>
          <a:xfrm>
            <a:off x="6197656" y="1325775"/>
            <a:ext cx="932072" cy="544637"/>
          </a:xfrm>
          <a:prstGeom prst="roundRect">
            <a:avLst/>
          </a:prstGeom>
          <a:solidFill>
            <a:srgbClr val="D9E2F3"/>
          </a:solidFill>
          <a:ln w="12378">
            <a:solidFill>
              <a:srgbClr val="2F5496"/>
            </a:solidFill>
          </a:ln>
        </p:spPr>
        <p:txBody>
          <a:bodyPr lIns="59415" tIns="29707" rIns="59415" bIns="29707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70" dirty="0">
                <a:solidFill>
                  <a:srgbClr val="000000"/>
                </a:solidFill>
              </a:rPr>
              <a:t>Gateway</a:t>
            </a:r>
          </a:p>
        </p:txBody>
      </p:sp>
      <p:sp>
        <p:nvSpPr>
          <p:cNvPr id="20" name="j1"/>
          <p:cNvSpPr/>
          <p:nvPr/>
        </p:nvSpPr>
        <p:spPr>
          <a:xfrm>
            <a:off x="7237726" y="4333656"/>
            <a:ext cx="173294" cy="173294"/>
          </a:xfrm>
          <a:prstGeom prst="ellipse">
            <a:avLst/>
          </a:prstGeom>
          <a:solidFill>
            <a:srgbClr val="2F5496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architecture-diagram.md</dc:title>
  <dc:creator>md2nativedocx</dc:creator>
  <cp:lastModifiedBy>md2nativedocx</cp:lastModifiedBy>
  <dcterms:created xsi:type="dcterms:W3CDTF">2026-10-05T12:06:22Z</dcterms:created>
  <dcterms:modified xsi:type="dcterms:W3CDTF">2026-10-05T12:06:22Z</dcterms:modified>
</cp:coreProperties>
</file>