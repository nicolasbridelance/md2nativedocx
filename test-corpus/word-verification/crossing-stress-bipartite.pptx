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Word verification — crossing-stress-bipartite</a:t>
            </a:r>
          </a:p>
        </p:txBody>
      </p:sp>
      <p:sp>
        <p:nvSpPr>
          <p:cNvPr id="12" name="A1" descr="A1"/>
          <p:cNvSpPr/>
          <p:nvPr/>
        </p:nvSpPr>
        <p:spPr>
          <a:xfrm>
            <a:off x="3013729" y="1028700"/>
            <a:ext cx="611459" cy="655134"/>
          </a:xfrm>
          <a:prstGeom prst="rect">
            <a:avLst/>
          </a:prstGeom>
          <a:solidFill>
            <a:srgbClr val="D9E2F3"/>
          </a:solidFill>
          <a:ln w="11647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A1</a:t>
            </a:r>
          </a:p>
        </p:txBody>
      </p:sp>
      <p:sp>
        <p:nvSpPr>
          <p:cNvPr id="13" name="B1" descr="B1"/>
          <p:cNvSpPr/>
          <p:nvPr/>
        </p:nvSpPr>
        <p:spPr>
          <a:xfrm>
            <a:off x="4323997" y="1618321"/>
            <a:ext cx="611459" cy="655134"/>
          </a:xfrm>
          <a:prstGeom prst="rect">
            <a:avLst/>
          </a:prstGeom>
          <a:solidFill>
            <a:srgbClr val="D9E2F3"/>
          </a:solidFill>
          <a:ln w="11647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B1</a:t>
            </a:r>
          </a:p>
        </p:txBody>
      </p:sp>
      <p:sp>
        <p:nvSpPr>
          <p:cNvPr id="14" name="B2" descr="B2"/>
          <p:cNvSpPr/>
          <p:nvPr/>
        </p:nvSpPr>
        <p:spPr>
          <a:xfrm>
            <a:off x="4323997" y="2797562"/>
            <a:ext cx="611459" cy="655134"/>
          </a:xfrm>
          <a:prstGeom prst="rect">
            <a:avLst/>
          </a:prstGeom>
          <a:solidFill>
            <a:srgbClr val="D9E2F3"/>
          </a:solidFill>
          <a:ln w="11647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B2</a:t>
            </a:r>
          </a:p>
        </p:txBody>
      </p:sp>
      <p:sp>
        <p:nvSpPr>
          <p:cNvPr id="15" name="B3" descr="B3"/>
          <p:cNvSpPr/>
          <p:nvPr/>
        </p:nvSpPr>
        <p:spPr>
          <a:xfrm>
            <a:off x="4323997" y="3976804"/>
            <a:ext cx="611459" cy="655134"/>
          </a:xfrm>
          <a:prstGeom prst="rect">
            <a:avLst/>
          </a:prstGeom>
          <a:solidFill>
            <a:srgbClr val="D9E2F3"/>
          </a:solidFill>
          <a:ln w="11647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B3</a:t>
            </a:r>
          </a:p>
        </p:txBody>
      </p:sp>
      <p:sp>
        <p:nvSpPr>
          <p:cNvPr id="16" name="A2" descr="A2"/>
          <p:cNvSpPr/>
          <p:nvPr/>
        </p:nvSpPr>
        <p:spPr>
          <a:xfrm>
            <a:off x="3013729" y="2382644"/>
            <a:ext cx="611459" cy="655134"/>
          </a:xfrm>
          <a:prstGeom prst="rect">
            <a:avLst/>
          </a:prstGeom>
          <a:solidFill>
            <a:srgbClr val="D9E2F3"/>
          </a:solidFill>
          <a:ln w="11647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A2</a:t>
            </a:r>
          </a:p>
        </p:txBody>
      </p:sp>
      <p:sp>
        <p:nvSpPr>
          <p:cNvPr id="17" name="B4" descr="B4"/>
          <p:cNvSpPr/>
          <p:nvPr/>
        </p:nvSpPr>
        <p:spPr>
          <a:xfrm>
            <a:off x="4323997" y="5156045"/>
            <a:ext cx="611459" cy="655134"/>
          </a:xfrm>
          <a:prstGeom prst="rect">
            <a:avLst/>
          </a:prstGeom>
          <a:solidFill>
            <a:srgbClr val="D9E2F3"/>
          </a:solidFill>
          <a:ln w="11647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B4</a:t>
            </a:r>
          </a:p>
        </p:txBody>
      </p:sp>
      <p:sp>
        <p:nvSpPr>
          <p:cNvPr id="18" name="A3" descr="A3"/>
          <p:cNvSpPr/>
          <p:nvPr/>
        </p:nvSpPr>
        <p:spPr>
          <a:xfrm>
            <a:off x="3013729" y="5745666"/>
            <a:ext cx="611459" cy="655134"/>
          </a:xfrm>
          <a:prstGeom prst="rect">
            <a:avLst/>
          </a:prstGeom>
          <a:solidFill>
            <a:srgbClr val="D9E2F3"/>
          </a:solidFill>
          <a:ln w="11647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A3</a:t>
            </a:r>
          </a:p>
        </p:txBody>
      </p:sp>
      <p:sp>
        <p:nvSpPr>
          <p:cNvPr id="19" name="A4" descr="A4"/>
          <p:cNvSpPr/>
          <p:nvPr/>
        </p:nvSpPr>
        <p:spPr>
          <a:xfrm>
            <a:off x="3013729" y="4391722"/>
            <a:ext cx="611459" cy="655134"/>
          </a:xfrm>
          <a:prstGeom prst="rect">
            <a:avLst/>
          </a:prstGeom>
          <a:solidFill>
            <a:srgbClr val="D9E2F3"/>
          </a:solidFill>
          <a:ln w="11647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A4</a:t>
            </a:r>
          </a:p>
        </p:txBody>
      </p:sp>
      <p:cxnSp>
        <p:nvCxnSpPr>
          <p:cNvPr id="20" name="A1--B1"/>
          <p:cNvCxnSpPr>
            <a:stCxn id="12" idx="3"/>
            <a:endCxn id="13" idx="1"/>
          </p:cNvCxnSpPr>
          <p:nvPr/>
        </p:nvCxnSpPr>
        <p:spPr>
          <a:xfrm>
            <a:off x="3625188" y="1356267"/>
            <a:ext cx="698809" cy="589621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1--B2"/>
          <p:cNvCxnSpPr>
            <a:stCxn id="12" idx="2"/>
            <a:endCxn id="14" idx="0"/>
          </p:cNvCxnSpPr>
          <p:nvPr/>
        </p:nvCxnSpPr>
        <p:spPr>
          <a:xfrm>
            <a:off x="3319458" y="1683834"/>
            <a:ext cx="1310269" cy="111372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A1--B3"/>
          <p:cNvSpPr/>
          <p:nvPr/>
        </p:nvSpPr>
        <p:spPr>
          <a:xfrm>
            <a:off x="3319458" y="1683834"/>
            <a:ext cx="1310269" cy="2292970"/>
          </a:xfrm>
          <a:custGeom>
            <a:avLst/>
            <a:gdLst/>
            <a:ahLst/>
            <a:cxnLst/>
            <a:rect l="0" t="0" r="0" b="0"/>
            <a:pathLst>
              <a:path w="1310269" h="2292970">
                <a:moveTo>
                  <a:pt x="0" y="0"/>
                </a:moveTo>
                <a:lnTo>
                  <a:pt x="655134" y="87351"/>
                </a:lnTo>
                <a:lnTo>
                  <a:pt x="1310269" y="2292970"/>
                </a:lnTo>
              </a:path>
            </a:pathLst>
          </a:cu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23" name="A2--B1"/>
          <p:cNvCxnSpPr>
            <a:stCxn id="16" idx="3"/>
            <a:endCxn id="13" idx="1"/>
          </p:cNvCxnSpPr>
          <p:nvPr/>
        </p:nvCxnSpPr>
        <p:spPr>
          <a:xfrm flipV="1">
            <a:off x="3625188" y="1945888"/>
            <a:ext cx="698809" cy="764323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2--B2"/>
          <p:cNvCxnSpPr>
            <a:stCxn id="16" idx="3"/>
            <a:endCxn id="14" idx="1"/>
          </p:cNvCxnSpPr>
          <p:nvPr/>
        </p:nvCxnSpPr>
        <p:spPr>
          <a:xfrm>
            <a:off x="3625188" y="2710211"/>
            <a:ext cx="698809" cy="41491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2--B4"/>
          <p:cNvCxnSpPr>
            <a:stCxn id="16" idx="2"/>
            <a:endCxn id="17" idx="0"/>
          </p:cNvCxnSpPr>
          <p:nvPr/>
        </p:nvCxnSpPr>
        <p:spPr>
          <a:xfrm>
            <a:off x="3319458" y="3037778"/>
            <a:ext cx="1310269" cy="2118267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3--B2"/>
          <p:cNvSpPr/>
          <p:nvPr/>
        </p:nvSpPr>
        <p:spPr>
          <a:xfrm>
            <a:off x="3319458" y="3452696"/>
            <a:ext cx="1310269" cy="2292970"/>
          </a:xfrm>
          <a:custGeom>
            <a:avLst/>
            <a:gdLst/>
            <a:ahLst/>
            <a:cxnLst/>
            <a:rect l="0" t="0" r="0" b="0"/>
            <a:pathLst>
              <a:path w="1310269" h="2292970">
                <a:moveTo>
                  <a:pt x="0" y="2292970"/>
                </a:moveTo>
                <a:lnTo>
                  <a:pt x="655134" y="2205619"/>
                </a:lnTo>
                <a:lnTo>
                  <a:pt x="1310269" y="0"/>
                </a:lnTo>
              </a:path>
            </a:pathLst>
          </a:cu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27" name="A3--B3"/>
          <p:cNvCxnSpPr>
            <a:stCxn id="18" idx="0"/>
            <a:endCxn id="15" idx="2"/>
          </p:cNvCxnSpPr>
          <p:nvPr/>
        </p:nvCxnSpPr>
        <p:spPr>
          <a:xfrm flipV="1">
            <a:off x="3319458" y="4631938"/>
            <a:ext cx="1310269" cy="111372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3--B4"/>
          <p:cNvCxnSpPr>
            <a:stCxn id="18" idx="3"/>
            <a:endCxn id="17" idx="1"/>
          </p:cNvCxnSpPr>
          <p:nvPr/>
        </p:nvCxnSpPr>
        <p:spPr>
          <a:xfrm flipV="1">
            <a:off x="3625188" y="5483612"/>
            <a:ext cx="698809" cy="589621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4--B1"/>
          <p:cNvCxnSpPr>
            <a:stCxn id="19" idx="0"/>
            <a:endCxn id="13" idx="2"/>
          </p:cNvCxnSpPr>
          <p:nvPr/>
        </p:nvCxnSpPr>
        <p:spPr>
          <a:xfrm flipV="1">
            <a:off x="3319458" y="2273455"/>
            <a:ext cx="1310269" cy="2118267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4--B3"/>
          <p:cNvCxnSpPr>
            <a:stCxn id="19" idx="3"/>
            <a:endCxn id="15" idx="1"/>
          </p:cNvCxnSpPr>
          <p:nvPr/>
        </p:nvCxnSpPr>
        <p:spPr>
          <a:xfrm flipV="1">
            <a:off x="3625188" y="4304371"/>
            <a:ext cx="698809" cy="41491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4--B4"/>
          <p:cNvCxnSpPr>
            <a:stCxn id="19" idx="3"/>
            <a:endCxn id="17" idx="1"/>
          </p:cNvCxnSpPr>
          <p:nvPr/>
        </p:nvCxnSpPr>
        <p:spPr>
          <a:xfrm>
            <a:off x="3625188" y="4719289"/>
            <a:ext cx="698809" cy="764323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LR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A1[A1] --&gt; B1[B1]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A1 --&gt; B2[B2]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A1 --&gt; B3[B3]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A2[A2] --&gt; B1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A2 --&gt; B2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A2 --&gt; B4[B4]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A3[A3] --&gt; B2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A3 --&gt; B3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A3 --&gt; B4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A4[A4] --&gt; B1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A4 --&gt; B3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A4 --&gt; B4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crossing-stress-bipartite.md</dc:title>
  <dc:creator>md2nativedocx</dc:creator>
  <cp:lastModifiedBy>md2nativedocx</cp:lastModifiedBy>
  <dcterms:created xsi:type="dcterms:W3CDTF">2026-10-05T12:12:47Z</dcterms:created>
  <dcterms:modified xsi:type="dcterms:W3CDTF">2026-10-05T12:12:47Z</dcterms:modified>
</cp:coreProperties>
</file>