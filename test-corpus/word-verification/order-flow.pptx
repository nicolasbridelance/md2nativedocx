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order-flow</a:t>
            </a:r>
          </a:p>
        </p:txBody>
      </p:sp>
      <p:sp>
        <p:nvSpPr>
          <p:cNvPr id="12" name="Commande recue" descr="A"/>
          <p:cNvSpPr/>
          <p:nvPr/>
        </p:nvSpPr>
        <p:spPr>
          <a:xfrm>
            <a:off x="3802997" y="1028700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Commande recue</a:t>
            </a:r>
          </a:p>
        </p:txBody>
      </p:sp>
      <p:sp>
        <p:nvSpPr>
          <p:cNvPr id="13" name="Stock disponible?" descr="B"/>
          <p:cNvSpPr/>
          <p:nvPr/>
        </p:nvSpPr>
        <p:spPr>
          <a:xfrm>
            <a:off x="3409950" y="1657712"/>
            <a:ext cx="1294744" cy="714013"/>
          </a:xfrm>
          <a:prstGeom prst="diamond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Stock disponible?</a:t>
            </a:r>
          </a:p>
        </p:txBody>
      </p:sp>
      <p:sp>
        <p:nvSpPr>
          <p:cNvPr id="14" name="Reserver stock" descr="C"/>
          <p:cNvSpPr/>
          <p:nvPr/>
        </p:nvSpPr>
        <p:spPr>
          <a:xfrm>
            <a:off x="4320487" y="2643730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Reserver stock</a:t>
            </a:r>
          </a:p>
        </p:txBody>
      </p:sp>
      <p:sp>
        <p:nvSpPr>
          <p:cNvPr id="15" name="Notifier rupture" descr="D"/>
          <p:cNvSpPr/>
          <p:nvPr/>
        </p:nvSpPr>
        <p:spPr>
          <a:xfrm>
            <a:off x="3505152" y="5516784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rupture</a:t>
            </a:r>
          </a:p>
        </p:txBody>
      </p:sp>
      <p:sp>
        <p:nvSpPr>
          <p:cNvPr id="16" name="Preparer colis" descr="E"/>
          <p:cNvSpPr/>
          <p:nvPr/>
        </p:nvSpPr>
        <p:spPr>
          <a:xfrm>
            <a:off x="4320487" y="3272742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Preparer colis</a:t>
            </a:r>
          </a:p>
        </p:txBody>
      </p:sp>
      <p:sp>
        <p:nvSpPr>
          <p:cNvPr id="17" name="Adresse valide?" descr="F"/>
          <p:cNvSpPr/>
          <p:nvPr/>
        </p:nvSpPr>
        <p:spPr>
          <a:xfrm>
            <a:off x="4115123" y="3901753"/>
            <a:ext cx="919377" cy="714013"/>
          </a:xfrm>
          <a:prstGeom prst="diamond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Adresse valide?</a:t>
            </a:r>
          </a:p>
        </p:txBody>
      </p:sp>
      <p:sp>
        <p:nvSpPr>
          <p:cNvPr id="18" name="Expedier" descr="G"/>
          <p:cNvSpPr/>
          <p:nvPr/>
        </p:nvSpPr>
        <p:spPr>
          <a:xfrm>
            <a:off x="4813496" y="4938773"/>
            <a:ext cx="508649" cy="255005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Expedier</a:t>
            </a:r>
          </a:p>
        </p:txBody>
      </p:sp>
      <p:sp>
        <p:nvSpPr>
          <p:cNvPr id="19" name="Corriger adresse" descr="H"/>
          <p:cNvSpPr/>
          <p:nvPr/>
        </p:nvSpPr>
        <p:spPr>
          <a:xfrm>
            <a:off x="4100843" y="4887772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Corriger adresse</a:t>
            </a:r>
          </a:p>
        </p:txBody>
      </p:sp>
      <p:sp>
        <p:nvSpPr>
          <p:cNvPr id="20" name="Notifier client" descr="I"/>
          <p:cNvSpPr/>
          <p:nvPr/>
        </p:nvSpPr>
        <p:spPr>
          <a:xfrm>
            <a:off x="4813496" y="5516784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client</a:t>
            </a:r>
          </a:p>
        </p:txBody>
      </p:sp>
      <p:sp>
        <p:nvSpPr>
          <p:cNvPr id="21" name="Fin" descr="J"/>
          <p:cNvSpPr/>
          <p:nvPr/>
        </p:nvSpPr>
        <p:spPr>
          <a:xfrm>
            <a:off x="4281726" y="6145795"/>
            <a:ext cx="263845" cy="255005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4057322" y="138570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57322" y="2371725"/>
            <a:ext cx="51749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dgeLabel"/>
          <p:cNvSpPr txBox="1"/>
          <p:nvPr/>
        </p:nvSpPr>
        <p:spPr>
          <a:xfrm>
            <a:off x="4230113" y="2466927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5" name="B--D"/>
          <p:cNvCxnSpPr>
            <a:stCxn id="13" idx="2"/>
            <a:endCxn id="15" idx="0"/>
          </p:cNvCxnSpPr>
          <p:nvPr/>
        </p:nvCxnSpPr>
        <p:spPr>
          <a:xfrm flipH="1">
            <a:off x="3759477" y="2371725"/>
            <a:ext cx="297845" cy="3145059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dgeLabel"/>
          <p:cNvSpPr txBox="1"/>
          <p:nvPr/>
        </p:nvSpPr>
        <p:spPr>
          <a:xfrm>
            <a:off x="3822446" y="3903453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7" name="C--E"/>
          <p:cNvCxnSpPr>
            <a:stCxn id="14" idx="2"/>
            <a:endCxn id="16" idx="0"/>
          </p:cNvCxnSpPr>
          <p:nvPr/>
        </p:nvCxnSpPr>
        <p:spPr>
          <a:xfrm>
            <a:off x="4574812" y="300073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--F"/>
          <p:cNvCxnSpPr>
            <a:stCxn id="16" idx="2"/>
            <a:endCxn id="17" idx="0"/>
          </p:cNvCxnSpPr>
          <p:nvPr/>
        </p:nvCxnSpPr>
        <p:spPr>
          <a:xfrm>
            <a:off x="4574812" y="3629748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F--G"/>
          <p:cNvCxnSpPr>
            <a:stCxn id="17" idx="2"/>
            <a:endCxn id="18" idx="0"/>
          </p:cNvCxnSpPr>
          <p:nvPr/>
        </p:nvCxnSpPr>
        <p:spPr>
          <a:xfrm>
            <a:off x="4574812" y="4615767"/>
            <a:ext cx="493009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735363" y="4736469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F--H"/>
          <p:cNvCxnSpPr>
            <a:stCxn id="17" idx="2"/>
            <a:endCxn id="19" idx="0"/>
          </p:cNvCxnSpPr>
          <p:nvPr/>
        </p:nvCxnSpPr>
        <p:spPr>
          <a:xfrm flipH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dgeLabel"/>
          <p:cNvSpPr txBox="1"/>
          <p:nvPr/>
        </p:nvSpPr>
        <p:spPr>
          <a:xfrm>
            <a:off x="4379036" y="4710968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3" name="H--F"/>
          <p:cNvCxnSpPr>
            <a:stCxn id="19" idx="0"/>
            <a:endCxn id="17" idx="2"/>
          </p:cNvCxnSpPr>
          <p:nvPr/>
        </p:nvCxnSpPr>
        <p:spPr>
          <a:xfrm flipV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--I"/>
          <p:cNvCxnSpPr>
            <a:stCxn id="18" idx="2"/>
            <a:endCxn id="20" idx="0"/>
          </p:cNvCxnSpPr>
          <p:nvPr/>
        </p:nvCxnSpPr>
        <p:spPr>
          <a:xfrm>
            <a:off x="5067821" y="5193778"/>
            <a:ext cx="0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D--J"/>
          <p:cNvCxnSpPr>
            <a:stCxn id="15" idx="3"/>
            <a:endCxn id="21" idx="1"/>
          </p:cNvCxnSpPr>
          <p:nvPr/>
        </p:nvCxnSpPr>
        <p:spPr>
          <a:xfrm>
            <a:off x="401380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--J"/>
          <p:cNvCxnSpPr>
            <a:stCxn id="20" idx="1"/>
            <a:endCxn id="21" idx="3"/>
          </p:cNvCxnSpPr>
          <p:nvPr/>
        </p:nvCxnSpPr>
        <p:spPr>
          <a:xfrm flipH="1">
            <a:off x="454557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order-flow.md</dc:title>
  <dc:creator>md2nativedocx</dc:creator>
  <cp:lastModifiedBy>md2nativedocx</cp:lastModifiedBy>
  <dcterms:created xsi:type="dcterms:W3CDTF">2026-10-05T11:54:27Z</dcterms:created>
  <dcterms:modified xsi:type="dcterms:W3CDTF">2026-10-05T11:54:27Z</dcterms:modified>
</cp:coreProperties>
</file>