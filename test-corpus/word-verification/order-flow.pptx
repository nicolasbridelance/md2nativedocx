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Word verification — order-flow</a:t>
            </a:r>
          </a:p>
        </p:txBody>
      </p:sp>
      <p:sp>
        <p:nvSpPr>
          <p:cNvPr id="12" name="Commande recue" descr="A"/>
          <p:cNvSpPr/>
          <p:nvPr/>
        </p:nvSpPr>
        <p:spPr>
          <a:xfrm>
            <a:off x="1681589" y="1028700"/>
            <a:ext cx="508649" cy="357007"/>
          </a:xfrm>
          <a:prstGeom prst="rect">
            <a:avLst/>
          </a:prstGeom>
          <a:solidFill>
            <a:srgbClr val="D9E2F3"/>
          </a:solidFill>
          <a:ln w="453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Commande recue</a:t>
            </a:r>
          </a:p>
        </p:txBody>
      </p:sp>
      <p:sp>
        <p:nvSpPr>
          <p:cNvPr id="13" name="Stock disponible?" descr="B"/>
          <p:cNvSpPr/>
          <p:nvPr/>
        </p:nvSpPr>
        <p:spPr>
          <a:xfrm>
            <a:off x="1288542" y="1657712"/>
            <a:ext cx="1294744" cy="714013"/>
          </a:xfrm>
          <a:prstGeom prst="diamond">
            <a:avLst/>
          </a:prstGeom>
          <a:solidFill>
            <a:srgbClr val="D9E2F3"/>
          </a:solidFill>
          <a:ln w="453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Stock disponible?</a:t>
            </a:r>
          </a:p>
        </p:txBody>
      </p:sp>
      <p:sp>
        <p:nvSpPr>
          <p:cNvPr id="14" name="Reserver stock" descr="C"/>
          <p:cNvSpPr/>
          <p:nvPr/>
        </p:nvSpPr>
        <p:spPr>
          <a:xfrm>
            <a:off x="2199079" y="2643730"/>
            <a:ext cx="508649" cy="357007"/>
          </a:xfrm>
          <a:prstGeom prst="rect">
            <a:avLst/>
          </a:prstGeom>
          <a:solidFill>
            <a:srgbClr val="D9E2F3"/>
          </a:solidFill>
          <a:ln w="453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Reserver stock</a:t>
            </a:r>
          </a:p>
        </p:txBody>
      </p:sp>
      <p:sp>
        <p:nvSpPr>
          <p:cNvPr id="15" name="Notifier rupture" descr="D"/>
          <p:cNvSpPr/>
          <p:nvPr/>
        </p:nvSpPr>
        <p:spPr>
          <a:xfrm>
            <a:off x="1383744" y="5516784"/>
            <a:ext cx="508649" cy="357007"/>
          </a:xfrm>
          <a:prstGeom prst="rect">
            <a:avLst/>
          </a:prstGeom>
          <a:solidFill>
            <a:srgbClr val="D9E2F3"/>
          </a:solidFill>
          <a:ln w="453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Notifier rupture</a:t>
            </a:r>
          </a:p>
        </p:txBody>
      </p:sp>
      <p:sp>
        <p:nvSpPr>
          <p:cNvPr id="16" name="Preparer colis" descr="E"/>
          <p:cNvSpPr/>
          <p:nvPr/>
        </p:nvSpPr>
        <p:spPr>
          <a:xfrm>
            <a:off x="2199079" y="3272742"/>
            <a:ext cx="508649" cy="357007"/>
          </a:xfrm>
          <a:prstGeom prst="rect">
            <a:avLst/>
          </a:prstGeom>
          <a:solidFill>
            <a:srgbClr val="D9E2F3"/>
          </a:solidFill>
          <a:ln w="453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Preparer colis</a:t>
            </a:r>
          </a:p>
        </p:txBody>
      </p:sp>
      <p:sp>
        <p:nvSpPr>
          <p:cNvPr id="17" name="Adresse valide?" descr="F"/>
          <p:cNvSpPr/>
          <p:nvPr/>
        </p:nvSpPr>
        <p:spPr>
          <a:xfrm>
            <a:off x="1993715" y="3901753"/>
            <a:ext cx="919377" cy="714013"/>
          </a:xfrm>
          <a:prstGeom prst="diamond">
            <a:avLst/>
          </a:prstGeom>
          <a:solidFill>
            <a:srgbClr val="D9E2F3"/>
          </a:solidFill>
          <a:ln w="453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Adresse valide?</a:t>
            </a:r>
          </a:p>
        </p:txBody>
      </p:sp>
      <p:sp>
        <p:nvSpPr>
          <p:cNvPr id="18" name="Expedier" descr="G"/>
          <p:cNvSpPr/>
          <p:nvPr/>
        </p:nvSpPr>
        <p:spPr>
          <a:xfrm>
            <a:off x="2692088" y="4938773"/>
            <a:ext cx="508649" cy="255005"/>
          </a:xfrm>
          <a:prstGeom prst="rect">
            <a:avLst/>
          </a:prstGeom>
          <a:solidFill>
            <a:srgbClr val="D9E2F3"/>
          </a:solidFill>
          <a:ln w="453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Expedier</a:t>
            </a:r>
          </a:p>
        </p:txBody>
      </p:sp>
      <p:sp>
        <p:nvSpPr>
          <p:cNvPr id="19" name="Corriger adresse" descr="H"/>
          <p:cNvSpPr/>
          <p:nvPr/>
        </p:nvSpPr>
        <p:spPr>
          <a:xfrm>
            <a:off x="1979435" y="4887772"/>
            <a:ext cx="508649" cy="357007"/>
          </a:xfrm>
          <a:prstGeom prst="rect">
            <a:avLst/>
          </a:prstGeom>
          <a:solidFill>
            <a:srgbClr val="D9E2F3"/>
          </a:solidFill>
          <a:ln w="453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Corriger adresse</a:t>
            </a:r>
          </a:p>
        </p:txBody>
      </p:sp>
      <p:sp>
        <p:nvSpPr>
          <p:cNvPr id="20" name="Notifier client" descr="I"/>
          <p:cNvSpPr/>
          <p:nvPr/>
        </p:nvSpPr>
        <p:spPr>
          <a:xfrm>
            <a:off x="2692088" y="5516784"/>
            <a:ext cx="508649" cy="357007"/>
          </a:xfrm>
          <a:prstGeom prst="rect">
            <a:avLst/>
          </a:prstGeom>
          <a:solidFill>
            <a:srgbClr val="D9E2F3"/>
          </a:solidFill>
          <a:ln w="453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Notifier client</a:t>
            </a:r>
          </a:p>
        </p:txBody>
      </p:sp>
      <p:sp>
        <p:nvSpPr>
          <p:cNvPr id="21" name="Fin" descr="J"/>
          <p:cNvSpPr/>
          <p:nvPr/>
        </p:nvSpPr>
        <p:spPr>
          <a:xfrm>
            <a:off x="2160318" y="6145795"/>
            <a:ext cx="263845" cy="255005"/>
          </a:xfrm>
          <a:prstGeom prst="rect">
            <a:avLst/>
          </a:prstGeom>
          <a:solidFill>
            <a:srgbClr val="D9E2F3"/>
          </a:solidFill>
          <a:ln w="453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22" name="A--B"/>
          <p:cNvCxnSpPr>
            <a:stCxn id="12" idx="2"/>
            <a:endCxn id="13" idx="0"/>
          </p:cNvCxnSpPr>
          <p:nvPr/>
        </p:nvCxnSpPr>
        <p:spPr>
          <a:xfrm>
            <a:off x="1935914" y="1385707"/>
            <a:ext cx="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2"/>
            <a:endCxn id="14" idx="0"/>
          </p:cNvCxnSpPr>
          <p:nvPr/>
        </p:nvCxnSpPr>
        <p:spPr>
          <a:xfrm>
            <a:off x="1935914" y="2371725"/>
            <a:ext cx="51749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dgeLabel"/>
          <p:cNvSpPr txBox="1"/>
          <p:nvPr/>
        </p:nvSpPr>
        <p:spPr>
          <a:xfrm>
            <a:off x="2108705" y="2466927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5" name="B--D"/>
          <p:cNvCxnSpPr>
            <a:stCxn id="13" idx="2"/>
            <a:endCxn id="15" idx="0"/>
          </p:cNvCxnSpPr>
          <p:nvPr/>
        </p:nvCxnSpPr>
        <p:spPr>
          <a:xfrm flipH="1">
            <a:off x="1638069" y="2371725"/>
            <a:ext cx="297845" cy="3145059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dgeLabel"/>
          <p:cNvSpPr txBox="1"/>
          <p:nvPr/>
        </p:nvSpPr>
        <p:spPr>
          <a:xfrm>
            <a:off x="1701038" y="3903453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7" name="C--E"/>
          <p:cNvCxnSpPr>
            <a:stCxn id="14" idx="2"/>
            <a:endCxn id="16" idx="0"/>
          </p:cNvCxnSpPr>
          <p:nvPr/>
        </p:nvCxnSpPr>
        <p:spPr>
          <a:xfrm>
            <a:off x="2453404" y="3000737"/>
            <a:ext cx="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--F"/>
          <p:cNvCxnSpPr>
            <a:stCxn id="16" idx="2"/>
            <a:endCxn id="17" idx="0"/>
          </p:cNvCxnSpPr>
          <p:nvPr/>
        </p:nvCxnSpPr>
        <p:spPr>
          <a:xfrm>
            <a:off x="2453404" y="3629748"/>
            <a:ext cx="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--G"/>
          <p:cNvCxnSpPr>
            <a:stCxn id="17" idx="2"/>
            <a:endCxn id="18" idx="0"/>
          </p:cNvCxnSpPr>
          <p:nvPr/>
        </p:nvCxnSpPr>
        <p:spPr>
          <a:xfrm>
            <a:off x="2453404" y="4615767"/>
            <a:ext cx="493009" cy="323006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geLabel"/>
          <p:cNvSpPr txBox="1"/>
          <p:nvPr/>
        </p:nvSpPr>
        <p:spPr>
          <a:xfrm>
            <a:off x="2613955" y="4736469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31" name="F--H"/>
          <p:cNvCxnSpPr>
            <a:stCxn id="17" idx="2"/>
            <a:endCxn id="19" idx="0"/>
          </p:cNvCxnSpPr>
          <p:nvPr/>
        </p:nvCxnSpPr>
        <p:spPr>
          <a:xfrm flipH="1">
            <a:off x="2233760" y="4615767"/>
            <a:ext cx="219644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geLabel"/>
          <p:cNvSpPr txBox="1"/>
          <p:nvPr/>
        </p:nvSpPr>
        <p:spPr>
          <a:xfrm>
            <a:off x="2257628" y="4710968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33" name="H--F"/>
          <p:cNvCxnSpPr>
            <a:stCxn id="19" idx="0"/>
            <a:endCxn id="17" idx="2"/>
          </p:cNvCxnSpPr>
          <p:nvPr/>
        </p:nvCxnSpPr>
        <p:spPr>
          <a:xfrm flipV="1">
            <a:off x="2233760" y="4615767"/>
            <a:ext cx="219644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--I"/>
          <p:cNvCxnSpPr>
            <a:stCxn id="18" idx="2"/>
            <a:endCxn id="20" idx="0"/>
          </p:cNvCxnSpPr>
          <p:nvPr/>
        </p:nvCxnSpPr>
        <p:spPr>
          <a:xfrm>
            <a:off x="2946413" y="5193778"/>
            <a:ext cx="0" cy="323006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--J"/>
          <p:cNvCxnSpPr>
            <a:stCxn id="15" idx="3"/>
            <a:endCxn id="21" idx="1"/>
          </p:cNvCxnSpPr>
          <p:nvPr/>
        </p:nvCxnSpPr>
        <p:spPr>
          <a:xfrm>
            <a:off x="1892393" y="5695287"/>
            <a:ext cx="267925" cy="578011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I--J"/>
          <p:cNvCxnSpPr>
            <a:stCxn id="20" idx="1"/>
            <a:endCxn id="21" idx="3"/>
          </p:cNvCxnSpPr>
          <p:nvPr/>
        </p:nvCxnSpPr>
        <p:spPr>
          <a:xfrm flipH="1">
            <a:off x="2424163" y="5695287"/>
            <a:ext cx="267925" cy="578011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A[Commande recue] --&gt; B{Stock disponible?}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--&gt;|oui| C[Reserver stock]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--&gt;|non| D[Notifier rupture]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E[Preparer colis]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 --&gt; F{Adresse valide?}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F --&gt;|oui| G[Expedier]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F --&gt;|non| H[Corriger adresse]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H --&gt; F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G --&gt; I[Notifier client]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 --&gt; J[Fin]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 --&gt; 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order-flow.md</dc:title>
  <dc:creator>md2nativedocx</dc:creator>
  <cp:lastModifiedBy>md2nativedocx</cp:lastModifiedBy>
  <dcterms:created xsi:type="dcterms:W3CDTF">2026-10-05T12:12:53Z</dcterms:created>
  <dcterms:modified xsi:type="dcterms:W3CDTF">2026-10-05T12:12:53Z</dcterms:modified>
</cp:coreProperties>
</file>