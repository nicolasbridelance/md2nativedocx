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architecture-diagram</a:t>
            </a:r>
          </a:p>
        </p:txBody>
      </p:sp>
      <p:cxnSp>
        <p:nvCxnSpPr>
          <p:cNvPr id="11" name="Connector 1"/>
          <p:cNvCxnSpPr/>
          <p:nvPr/>
        </p:nvCxnSpPr>
        <p:spPr>
          <a:xfrm>
            <a:off x="6663691" y="1870412"/>
            <a:ext cx="1" cy="866468"/>
          </a:xfrm>
          <a:prstGeom prst="line">
            <a:avLst/>
          </a:prstGeom>
          <a:ln w="12378">
            <a:solidFill>
              <a:srgbClr val="2F5496"/>
            </a:solidFill>
            <a:prstDash val="solid"/>
            <a:tailEnd type="triangle" w="sm" len="sm"/>
          </a:ln>
        </p:spPr>
      </p:cxnSp>
      <p:cxnSp>
        <p:nvCxnSpPr>
          <p:cNvPr id="12" name="Connector 2"/>
          <p:cNvCxnSpPr/>
          <p:nvPr/>
        </p:nvCxnSpPr>
        <p:spPr>
          <a:xfrm flipH="1">
            <a:off x="6130510" y="3281516"/>
            <a:ext cx="405681" cy="866468"/>
          </a:xfrm>
          <a:prstGeom prst="line">
            <a:avLst/>
          </a:prstGeom>
          <a:ln w="12378">
            <a:solidFill>
              <a:srgbClr val="2F5496"/>
            </a:solidFill>
            <a:prstDash val="solid"/>
            <a:tailEnd type="triangle" w="sm" len="sm"/>
          </a:ln>
        </p:spPr>
      </p:cxnSp>
      <p:cxnSp>
        <p:nvCxnSpPr>
          <p:cNvPr id="13" name="Connector 3"/>
          <p:cNvCxnSpPr/>
          <p:nvPr/>
        </p:nvCxnSpPr>
        <p:spPr>
          <a:xfrm>
            <a:off x="6791190" y="3281516"/>
            <a:ext cx="492614" cy="1052139"/>
          </a:xfrm>
          <a:prstGeom prst="line">
            <a:avLst/>
          </a:prstGeom>
          <a:ln w="12378">
            <a:solidFill>
              <a:srgbClr val="2F5496"/>
            </a:solidFill>
            <a:prstDash val="solid"/>
          </a:ln>
        </p:spPr>
      </p:cxnSp>
      <p:cxnSp>
        <p:nvCxnSpPr>
          <p:cNvPr id="14" name="Connector 4"/>
          <p:cNvCxnSpPr/>
          <p:nvPr/>
        </p:nvCxnSpPr>
        <p:spPr>
          <a:xfrm>
            <a:off x="7324373" y="4506949"/>
            <a:ext cx="1" cy="1052139"/>
          </a:xfrm>
          <a:prstGeom prst="line">
            <a:avLst/>
          </a:prstGeom>
          <a:ln w="12378">
            <a:solidFill>
              <a:srgbClr val="2F5496"/>
            </a:solidFill>
            <a:prstDash val="solid"/>
          </a:ln>
        </p:spPr>
      </p:cxnSp>
      <p:sp>
        <p:nvSpPr>
          <p:cNvPr id="15" name="Public API"/>
          <p:cNvSpPr/>
          <p:nvPr/>
        </p:nvSpPr>
        <p:spPr>
          <a:xfrm>
            <a:off x="4401591" y="1325775"/>
            <a:ext cx="1177159" cy="544637"/>
          </a:xfrm>
          <a:prstGeom prst="cloud">
            <a:avLst/>
          </a:prstGeom>
          <a:solidFill>
            <a:srgbClr val="FCE4D6"/>
          </a:solidFill>
          <a:ln w="12378">
            <a:solidFill>
              <a:srgbClr val="2F5496"/>
            </a:solidFill>
          </a:ln>
        </p:spPr>
        <p:txBody>
          <a:bodyPr lIns="59415" tIns="29707" rIns="59415" bIns="29707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0" dirty="0">
                <a:solidFill>
                  <a:srgbClr val="000000"/>
                </a:solidFill>
              </a:rPr>
              <a:t>Public API</a:t>
            </a:r>
          </a:p>
        </p:txBody>
      </p:sp>
      <p:sp>
        <p:nvSpPr>
          <p:cNvPr id="16" name="My Database"/>
          <p:cNvSpPr/>
          <p:nvPr/>
        </p:nvSpPr>
        <p:spPr>
          <a:xfrm>
            <a:off x="5387198" y="4147984"/>
            <a:ext cx="1231621" cy="544637"/>
          </a:xfrm>
          <a:prstGeom prst="can">
            <a:avLst/>
          </a:prstGeom>
          <a:solidFill>
            <a:srgbClr val="D9E2F3"/>
          </a:solidFill>
          <a:ln w="12378">
            <a:solidFill>
              <a:srgbClr val="2F5496"/>
            </a:solidFill>
          </a:ln>
        </p:spPr>
        <p:txBody>
          <a:bodyPr lIns="59415" tIns="29707" rIns="59415" bIns="29707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0" dirty="0">
                <a:solidFill>
                  <a:srgbClr val="000000"/>
                </a:solidFill>
              </a:rPr>
              <a:t>My Database</a:t>
            </a:r>
          </a:p>
        </p:txBody>
      </p:sp>
      <p:sp>
        <p:nvSpPr>
          <p:cNvPr id="17" name="Server"/>
          <p:cNvSpPr/>
          <p:nvPr/>
        </p:nvSpPr>
        <p:spPr>
          <a:xfrm>
            <a:off x="6230457" y="2736879"/>
            <a:ext cx="866468" cy="544637"/>
          </a:xfrm>
          <a:prstGeom prst="roundRect">
            <a:avLst/>
          </a:prstGeom>
          <a:solidFill>
            <a:srgbClr val="D9E2F3"/>
          </a:solidFill>
          <a:ln w="12378">
            <a:solidFill>
              <a:srgbClr val="2F5496"/>
            </a:solidFill>
          </a:ln>
        </p:spPr>
        <p:txBody>
          <a:bodyPr lIns="59415" tIns="29707" rIns="59415" bIns="29707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0" dirty="0">
                <a:solidFill>
                  <a:srgbClr val="000000"/>
                </a:solidFill>
              </a:rPr>
              <a:t>Server</a:t>
            </a:r>
          </a:p>
        </p:txBody>
      </p:sp>
      <p:sp>
        <p:nvSpPr>
          <p:cNvPr id="18" name="Storage"/>
          <p:cNvSpPr/>
          <p:nvPr/>
        </p:nvSpPr>
        <p:spPr>
          <a:xfrm>
            <a:off x="6858336" y="5559088"/>
            <a:ext cx="932072" cy="544637"/>
          </a:xfrm>
          <a:prstGeom prst="can">
            <a:avLst/>
          </a:prstGeom>
          <a:solidFill>
            <a:srgbClr val="D9E2F3"/>
          </a:solidFill>
          <a:ln w="12378">
            <a:solidFill>
              <a:srgbClr val="2F5496"/>
            </a:solidFill>
          </a:ln>
        </p:spPr>
        <p:txBody>
          <a:bodyPr lIns="59415" tIns="29707" rIns="59415" bIns="29707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0" dirty="0">
                <a:solidFill>
                  <a:srgbClr val="000000"/>
                </a:solidFill>
              </a:rPr>
              <a:t>Storage</a:t>
            </a:r>
          </a:p>
        </p:txBody>
      </p:sp>
      <p:sp>
        <p:nvSpPr>
          <p:cNvPr id="19" name="Gateway"/>
          <p:cNvSpPr/>
          <p:nvPr/>
        </p:nvSpPr>
        <p:spPr>
          <a:xfrm>
            <a:off x="6197656" y="1325775"/>
            <a:ext cx="932072" cy="544637"/>
          </a:xfrm>
          <a:prstGeom prst="roundRect">
            <a:avLst/>
          </a:prstGeom>
          <a:solidFill>
            <a:srgbClr val="D9E2F3"/>
          </a:solidFill>
          <a:ln w="12378">
            <a:solidFill>
              <a:srgbClr val="2F5496"/>
            </a:solidFill>
          </a:ln>
        </p:spPr>
        <p:txBody>
          <a:bodyPr lIns="59415" tIns="29707" rIns="59415" bIns="29707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0" dirty="0">
                <a:solidFill>
                  <a:srgbClr val="000000"/>
                </a:solidFill>
              </a:rPr>
              <a:t>Gateway</a:t>
            </a:r>
          </a:p>
        </p:txBody>
      </p:sp>
      <p:sp>
        <p:nvSpPr>
          <p:cNvPr id="20" name="j1"/>
          <p:cNvSpPr/>
          <p:nvPr/>
        </p:nvSpPr>
        <p:spPr>
          <a:xfrm>
            <a:off x="7237726" y="4333656"/>
            <a:ext cx="173294" cy="173294"/>
          </a:xfrm>
          <a:prstGeom prst="ellipse">
            <a:avLst/>
          </a:prstGeom>
          <a:solidFill>
            <a:srgbClr val="2F5496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bidirectional</a:t>
            </a:r>
          </a:p>
        </p:txBody>
      </p:sp>
      <p:sp>
        <p:nvSpPr>
          <p:cNvPr id="12" name="Client" descr="A"/>
          <p:cNvSpPr/>
          <p:nvPr/>
        </p:nvSpPr>
        <p:spPr>
          <a:xfrm>
            <a:off x="457200" y="3065319"/>
            <a:ext cx="2092036" cy="1298864"/>
          </a:xfrm>
          <a:prstGeom prst="rect">
            <a:avLst/>
          </a:prstGeom>
          <a:solidFill>
            <a:srgbClr val="BBDEFB"/>
          </a:solidFill>
          <a:ln w="23091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66255" tIns="83127" rIns="166255" bIns="831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182" dirty="0">
                <a:solidFill>
                  <a:srgbClr val="000000"/>
                </a:solidFill>
              </a:rPr>
              <a:t>Client</a:t>
            </a:r>
          </a:p>
        </p:txBody>
      </p:sp>
      <p:sp>
        <p:nvSpPr>
          <p:cNvPr id="13" name="Cache" descr="B"/>
          <p:cNvSpPr/>
          <p:nvPr/>
        </p:nvSpPr>
        <p:spPr>
          <a:xfrm>
            <a:off x="4059382" y="1896341"/>
            <a:ext cx="1842655" cy="1298864"/>
          </a:xfrm>
          <a:prstGeom prst="rect">
            <a:avLst/>
          </a:prstGeom>
          <a:solidFill>
            <a:srgbClr val="C8E6C9"/>
          </a:solidFill>
          <a:ln w="23091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66255" tIns="83127" rIns="166255" bIns="831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182" dirty="0">
                <a:solidFill>
                  <a:srgbClr val="000000"/>
                </a:solidFill>
              </a:rPr>
              <a:t>Cache</a:t>
            </a:r>
          </a:p>
        </p:txBody>
      </p:sp>
      <p:sp>
        <p:nvSpPr>
          <p:cNvPr id="14" name="Base" descr="C"/>
          <p:cNvSpPr/>
          <p:nvPr/>
        </p:nvSpPr>
        <p:spPr>
          <a:xfrm>
            <a:off x="7412182" y="1896341"/>
            <a:ext cx="1593273" cy="1298864"/>
          </a:xfrm>
          <a:prstGeom prst="rect">
            <a:avLst/>
          </a:prstGeom>
          <a:solidFill>
            <a:srgbClr val="FFE0B2"/>
          </a:solidFill>
          <a:ln w="23091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66255" tIns="83127" rIns="166255" bIns="831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182" dirty="0">
                <a:solidFill>
                  <a:srgbClr val="000000"/>
                </a:solidFill>
              </a:rPr>
              <a:t>Base</a:t>
            </a:r>
          </a:p>
        </p:txBody>
      </p:sp>
      <p:sp>
        <p:nvSpPr>
          <p:cNvPr id="15" name="Log" descr="D"/>
          <p:cNvSpPr/>
          <p:nvPr/>
        </p:nvSpPr>
        <p:spPr>
          <a:xfrm>
            <a:off x="10390909" y="1896341"/>
            <a:ext cx="1343891" cy="1298864"/>
          </a:xfrm>
          <a:prstGeom prst="rect">
            <a:avLst/>
          </a:prstGeom>
          <a:solidFill>
            <a:srgbClr val="E1BEE7"/>
          </a:solidFill>
          <a:ln w="23091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66255" tIns="83127" rIns="166255" bIns="831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182" dirty="0">
                <a:solidFill>
                  <a:srgbClr val="000000"/>
                </a:solidFill>
              </a:rPr>
              <a:t>Log</a:t>
            </a:r>
          </a:p>
        </p:txBody>
      </p:sp>
      <p:sp>
        <p:nvSpPr>
          <p:cNvPr id="16" name="Direct" descr="E"/>
          <p:cNvSpPr/>
          <p:nvPr/>
        </p:nvSpPr>
        <p:spPr>
          <a:xfrm>
            <a:off x="3934691" y="4234295"/>
            <a:ext cx="2092036" cy="1298864"/>
          </a:xfrm>
          <a:prstGeom prst="rect">
            <a:avLst/>
          </a:prstGeom>
          <a:solidFill>
            <a:srgbClr val="FFCDD2"/>
          </a:solidFill>
          <a:ln w="23091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66255" tIns="83127" rIns="166255" bIns="831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182" dirty="0">
                <a:solidFill>
                  <a:srgbClr val="000000"/>
                </a:solidFill>
              </a:rPr>
              <a:t>Direct</a:t>
            </a:r>
          </a:p>
        </p:txBody>
      </p:sp>
      <p:cxnSp>
        <p:nvCxnSpPr>
          <p:cNvPr id="17" name="A--B"/>
          <p:cNvCxnSpPr>
            <a:stCxn id="12" idx="3"/>
            <a:endCxn id="13" idx="1"/>
          </p:cNvCxnSpPr>
          <p:nvPr/>
        </p:nvCxnSpPr>
        <p:spPr>
          <a:xfrm flipV="1">
            <a:off x="2549236" y="2545774"/>
            <a:ext cx="1510145" cy="1168976"/>
          </a:xfrm>
          <a:prstGeom prst="line">
            <a:avLst/>
          </a:prstGeom>
          <a:ln w="2309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B--A"/>
          <p:cNvCxnSpPr>
            <a:stCxn id="13" idx="1"/>
            <a:endCxn id="12" idx="3"/>
          </p:cNvCxnSpPr>
          <p:nvPr/>
        </p:nvCxnSpPr>
        <p:spPr>
          <a:xfrm flipH="1">
            <a:off x="2549236" y="2545774"/>
            <a:ext cx="1510145" cy="1168976"/>
          </a:xfrm>
          <a:prstGeom prst="line">
            <a:avLst/>
          </a:prstGeom>
          <a:ln w="2309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B--C"/>
          <p:cNvCxnSpPr>
            <a:stCxn id="13" idx="3"/>
            <a:endCxn id="14" idx="1"/>
          </p:cNvCxnSpPr>
          <p:nvPr/>
        </p:nvCxnSpPr>
        <p:spPr>
          <a:xfrm>
            <a:off x="5902036" y="2545774"/>
            <a:ext cx="1510145" cy="0"/>
          </a:xfrm>
          <a:prstGeom prst="line">
            <a:avLst/>
          </a:prstGeom>
          <a:ln w="2309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--B"/>
          <p:cNvCxnSpPr>
            <a:stCxn id="14" idx="1"/>
            <a:endCxn id="13" idx="3"/>
          </p:cNvCxnSpPr>
          <p:nvPr/>
        </p:nvCxnSpPr>
        <p:spPr>
          <a:xfrm flipH="1">
            <a:off x="5902036" y="2545774"/>
            <a:ext cx="1510145" cy="0"/>
          </a:xfrm>
          <a:prstGeom prst="line">
            <a:avLst/>
          </a:prstGeom>
          <a:ln w="2309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--D"/>
          <p:cNvCxnSpPr>
            <a:stCxn id="14" idx="3"/>
            <a:endCxn id="15" idx="1"/>
          </p:cNvCxnSpPr>
          <p:nvPr/>
        </p:nvCxnSpPr>
        <p:spPr>
          <a:xfrm>
            <a:off x="9005455" y="2545774"/>
            <a:ext cx="1385455" cy="0"/>
          </a:xfrm>
          <a:prstGeom prst="line">
            <a:avLst/>
          </a:prstGeom>
          <a:ln w="2309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--B"/>
          <p:cNvCxnSpPr>
            <a:stCxn id="15" idx="1"/>
            <a:endCxn id="13" idx="3"/>
          </p:cNvCxnSpPr>
          <p:nvPr/>
        </p:nvCxnSpPr>
        <p:spPr>
          <a:xfrm>
            <a:off x="5902036" y="2545774"/>
            <a:ext cx="4488873" cy="1342158"/>
          </a:xfrm>
          <a:custGeom>
            <a:avLst/>
            <a:gdLst/>
            <a:ahLst/>
            <a:cxnLst/>
            <a:rect l="0" t="0" r="0" b="0"/>
            <a:pathLst>
              <a:path w="2468880" h="738187">
                <a:moveTo>
                  <a:pt x="2468880" y="0"/>
                </a:moveTo>
                <a:lnTo>
                  <a:pt x="2087880" y="738187"/>
                </a:lnTo>
                <a:lnTo>
                  <a:pt x="1268730" y="738187"/>
                </a:lnTo>
                <a:lnTo>
                  <a:pt x="449580" y="738187"/>
                </a:lnTo>
                <a:lnTo>
                  <a:pt x="0" y="0"/>
                </a:lnTo>
              </a:path>
            </a:pathLst>
          </a:custGeom>
          <a:ln w="2309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--E"/>
          <p:cNvCxnSpPr>
            <a:stCxn id="12" idx="3"/>
            <a:endCxn id="16" idx="1"/>
          </p:cNvCxnSpPr>
          <p:nvPr/>
        </p:nvCxnSpPr>
        <p:spPr>
          <a:xfrm>
            <a:off x="2549236" y="3714750"/>
            <a:ext cx="1385455" cy="1168978"/>
          </a:xfrm>
          <a:prstGeom prst="line">
            <a:avLst/>
          </a:prstGeom>
          <a:ln w="2309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block</a:t>
            </a:r>
          </a:p>
        </p:txBody>
      </p:sp>
      <p:sp>
        <p:nvSpPr>
          <p:cNvPr id="11" name="Block doc"/>
          <p:cNvSpPr/>
          <p:nvPr/>
        </p:nvSpPr>
        <p:spPr>
          <a:xfrm>
            <a:off x="2322739" y="1455057"/>
            <a:ext cx="2344964" cy="1193800"/>
          </a:xfrm>
          <a:prstGeom prst="rect">
            <a:avLst/>
          </a:prstGeom>
          <a:solidFill>
            <a:srgbClr val="DAE8FC"/>
          </a:solidFill>
          <a:ln w="21318">
            <a:solidFill>
              <a:srgbClr val="6C8EBF"/>
            </a:solidFill>
          </a:ln>
        </p:spPr>
      </p:sp>
      <p:sp>
        <p:nvSpPr>
          <p:cNvPr id="12" name="Box 2"/>
          <p:cNvSpPr/>
          <p:nvPr/>
        </p:nvSpPr>
        <p:spPr>
          <a:xfrm>
            <a:off x="2322739" y="1455057"/>
            <a:ext cx="2344964" cy="1193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462" dirty="0">
                <a:solidFill>
                  <a:srgbClr val="000000"/>
                </a:solidFill>
              </a:rPr>
              <a:t>Document</a:t>
            </a:r>
          </a:p>
        </p:txBody>
      </p:sp>
      <p:sp>
        <p:nvSpPr>
          <p:cNvPr id="13" name="Block db"/>
          <p:cNvSpPr/>
          <p:nvPr/>
        </p:nvSpPr>
        <p:spPr>
          <a:xfrm>
            <a:off x="7524296" y="1455057"/>
            <a:ext cx="2344964" cy="1193800"/>
          </a:xfrm>
          <a:prstGeom prst="rect">
            <a:avLst/>
          </a:prstGeom>
          <a:solidFill>
            <a:srgbClr val="DAE8FC"/>
          </a:solidFill>
          <a:ln w="21318">
            <a:solidFill>
              <a:srgbClr val="6C8EBF"/>
            </a:solidFill>
          </a:ln>
        </p:spPr>
      </p:sp>
      <p:sp>
        <p:nvSpPr>
          <p:cNvPr id="14" name="Box 4"/>
          <p:cNvSpPr/>
          <p:nvPr/>
        </p:nvSpPr>
        <p:spPr>
          <a:xfrm>
            <a:off x="7524296" y="1455057"/>
            <a:ext cx="2344964" cy="1193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462" dirty="0">
                <a:solidFill>
                  <a:srgbClr val="000000"/>
                </a:solidFill>
              </a:rPr>
              <a:t>Database</a:t>
            </a:r>
          </a:p>
        </p:txBody>
      </p:sp>
      <p:sp>
        <p:nvSpPr>
          <p:cNvPr id="15" name="Group pipeline"/>
          <p:cNvSpPr/>
          <p:nvPr/>
        </p:nvSpPr>
        <p:spPr>
          <a:xfrm>
            <a:off x="2322739" y="2904671"/>
            <a:ext cx="7546521" cy="1620157"/>
          </a:xfrm>
          <a:prstGeom prst="roundRect">
            <a:avLst/>
          </a:prstGeom>
          <a:solidFill>
            <a:srgbClr val="F5F5F5"/>
          </a:solidFill>
          <a:ln w="21318">
            <a:solidFill>
              <a:srgbClr val="BFBFBF"/>
            </a:solidFill>
          </a:ln>
        </p:spPr>
      </p:sp>
      <p:sp>
        <p:nvSpPr>
          <p:cNvPr id="16" name="Block parse"/>
          <p:cNvSpPr/>
          <p:nvPr/>
        </p:nvSpPr>
        <p:spPr>
          <a:xfrm>
            <a:off x="2535918" y="3117850"/>
            <a:ext cx="2202845" cy="1193800"/>
          </a:xfrm>
          <a:prstGeom prst="rect">
            <a:avLst/>
          </a:prstGeom>
          <a:solidFill>
            <a:srgbClr val="DAE8FC"/>
          </a:solidFill>
          <a:ln w="21318">
            <a:solidFill>
              <a:srgbClr val="6C8EBF"/>
            </a:solidFill>
          </a:ln>
        </p:spPr>
      </p:sp>
      <p:sp>
        <p:nvSpPr>
          <p:cNvPr id="17" name="Box 7"/>
          <p:cNvSpPr/>
          <p:nvPr/>
        </p:nvSpPr>
        <p:spPr>
          <a:xfrm>
            <a:off x="2535918" y="3117850"/>
            <a:ext cx="2202845" cy="1193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462" dirty="0">
                <a:solidFill>
                  <a:srgbClr val="000000"/>
                </a:solidFill>
              </a:rPr>
              <a:t>Parse</a:t>
            </a:r>
          </a:p>
        </p:txBody>
      </p:sp>
      <p:sp>
        <p:nvSpPr>
          <p:cNvPr id="18" name="Block layout"/>
          <p:cNvSpPr/>
          <p:nvPr/>
        </p:nvSpPr>
        <p:spPr>
          <a:xfrm>
            <a:off x="4994577" y="3117850"/>
            <a:ext cx="2202845" cy="1193800"/>
          </a:xfrm>
          <a:prstGeom prst="roundRect">
            <a:avLst/>
          </a:prstGeom>
          <a:solidFill>
            <a:srgbClr val="DAE8FC"/>
          </a:solidFill>
          <a:ln w="21318">
            <a:solidFill>
              <a:srgbClr val="6C8EBF"/>
            </a:solidFill>
          </a:ln>
        </p:spPr>
      </p:sp>
      <p:sp>
        <p:nvSpPr>
          <p:cNvPr id="19" name="Box 9"/>
          <p:cNvSpPr/>
          <p:nvPr/>
        </p:nvSpPr>
        <p:spPr>
          <a:xfrm>
            <a:off x="4994577" y="3117850"/>
            <a:ext cx="2202845" cy="1193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462" dirty="0">
                <a:solidFill>
                  <a:srgbClr val="000000"/>
                </a:solidFill>
              </a:rPr>
              <a:t>Layout</a:t>
            </a:r>
          </a:p>
        </p:txBody>
      </p:sp>
      <p:sp>
        <p:nvSpPr>
          <p:cNvPr id="20" name="Block emit"/>
          <p:cNvSpPr/>
          <p:nvPr/>
        </p:nvSpPr>
        <p:spPr>
          <a:xfrm>
            <a:off x="7453237" y="3117850"/>
            <a:ext cx="2202845" cy="1193800"/>
          </a:xfrm>
          <a:prstGeom prst="roundRect">
            <a:avLst/>
          </a:prstGeom>
          <a:solidFill>
            <a:srgbClr val="DAE8FC"/>
          </a:solidFill>
          <a:ln w="21318">
            <a:solidFill>
              <a:srgbClr val="6C8EBF"/>
            </a:solidFill>
          </a:ln>
        </p:spPr>
      </p:sp>
      <p:sp>
        <p:nvSpPr>
          <p:cNvPr id="21" name="Box 11"/>
          <p:cNvSpPr/>
          <p:nvPr/>
        </p:nvSpPr>
        <p:spPr>
          <a:xfrm>
            <a:off x="7453237" y="3117850"/>
            <a:ext cx="2202845" cy="1193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462" dirty="0">
                <a:solidFill>
                  <a:srgbClr val="000000"/>
                </a:solidFill>
              </a:rPr>
              <a:t>Emit</a:t>
            </a:r>
          </a:p>
        </p:txBody>
      </p:sp>
      <p:sp>
        <p:nvSpPr>
          <p:cNvPr id="22" name="Block a"/>
          <p:cNvSpPr/>
          <p:nvPr/>
        </p:nvSpPr>
        <p:spPr>
          <a:xfrm>
            <a:off x="2322739" y="4780643"/>
            <a:ext cx="2344964" cy="1193800"/>
          </a:xfrm>
          <a:prstGeom prst="rect">
            <a:avLst/>
          </a:prstGeom>
          <a:solidFill>
            <a:srgbClr val="FDE68A"/>
          </a:solidFill>
          <a:ln w="21318">
            <a:solidFill>
              <a:srgbClr val="B45309"/>
            </a:solidFill>
          </a:ln>
        </p:spPr>
      </p:sp>
      <p:sp>
        <p:nvSpPr>
          <p:cNvPr id="23" name="Box 13"/>
          <p:cNvSpPr/>
          <p:nvPr/>
        </p:nvSpPr>
        <p:spPr>
          <a:xfrm>
            <a:off x="2322739" y="4780643"/>
            <a:ext cx="2344964" cy="1193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462" dirty="0">
                <a:solidFill>
                  <a:srgbClr val="000000"/>
                </a:solidFill>
              </a:rPr>
              <a:t>Input</a:t>
            </a:r>
          </a:p>
        </p:txBody>
      </p:sp>
      <p:sp>
        <p:nvSpPr>
          <p:cNvPr id="24" name="Shape 14"/>
          <p:cNvSpPr/>
          <p:nvPr/>
        </p:nvSpPr>
        <p:spPr>
          <a:xfrm>
            <a:off x="7524296" y="4780643"/>
            <a:ext cx="2344964" cy="1193800"/>
          </a:xfrm>
          <a:prstGeom prst="ellipse">
            <a:avLst/>
          </a:prstGeom>
          <a:solidFill>
            <a:srgbClr val="DAE8FC"/>
          </a:solidFill>
          <a:ln w="21318">
            <a:solidFill>
              <a:srgbClr val="6C8EBF"/>
            </a:solidFill>
          </a:ln>
        </p:spPr>
      </p:sp>
      <p:sp>
        <p:nvSpPr>
          <p:cNvPr id="25" name="Box 15"/>
          <p:cNvSpPr/>
          <p:nvPr/>
        </p:nvSpPr>
        <p:spPr>
          <a:xfrm>
            <a:off x="7524296" y="4780643"/>
            <a:ext cx="2344964" cy="1193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462" dirty="0">
                <a:solidFill>
                  <a:srgbClr val="000000"/>
                </a:solidFill>
              </a:rPr>
              <a:t>Out</a:t>
            </a:r>
          </a:p>
        </p:txBody>
      </p:sp>
      <p:cxnSp>
        <p:nvCxnSpPr>
          <p:cNvPr id="26" name="Connector 16"/>
          <p:cNvCxnSpPr/>
          <p:nvPr/>
        </p:nvCxnSpPr>
        <p:spPr>
          <a:xfrm>
            <a:off x="3546239" y="2648857"/>
            <a:ext cx="40084" cy="468993"/>
          </a:xfrm>
          <a:prstGeom prst="line">
            <a:avLst/>
          </a:prstGeom>
          <a:ln w="28424">
            <a:solidFill>
              <a:srgbClr val="404040"/>
            </a:solidFill>
            <a:prstDash val="solid"/>
            <a:tailEnd type="triangle" w="sm" len="sm"/>
          </a:ln>
        </p:spPr>
      </p:cxnSp>
      <p:cxnSp>
        <p:nvCxnSpPr>
          <p:cNvPr id="27" name="Connector 17"/>
          <p:cNvCxnSpPr/>
          <p:nvPr/>
        </p:nvCxnSpPr>
        <p:spPr>
          <a:xfrm flipV="1">
            <a:off x="8605677" y="2648857"/>
            <a:ext cx="40084" cy="468993"/>
          </a:xfrm>
          <a:prstGeom prst="line">
            <a:avLst/>
          </a:prstGeom>
          <a:ln w="28424">
            <a:solidFill>
              <a:srgbClr val="404040"/>
            </a:solidFill>
            <a:prstDash val="solid"/>
            <a:tailEnd type="triangle" w="sm" len="sm"/>
          </a:ln>
        </p:spPr>
      </p:cxnSp>
      <p:cxnSp>
        <p:nvCxnSpPr>
          <p:cNvPr id="28" name="Connector 18"/>
          <p:cNvCxnSpPr/>
          <p:nvPr/>
        </p:nvCxnSpPr>
        <p:spPr>
          <a:xfrm>
            <a:off x="4667704" y="5377543"/>
            <a:ext cx="2856593" cy="2"/>
          </a:xfrm>
          <a:prstGeom prst="line">
            <a:avLst/>
          </a:prstGeom>
          <a:ln w="28424">
            <a:solidFill>
              <a:srgbClr val="404040"/>
            </a:solidFill>
            <a:prstDash val="solid"/>
            <a:tailEnd type="triangle" w="sm" len="sm"/>
          </a:ln>
        </p:spPr>
      </p:cxnSp>
      <p:sp>
        <p:nvSpPr>
          <p:cNvPr id="29" name="Box 19"/>
          <p:cNvSpPr/>
          <p:nvPr/>
        </p:nvSpPr>
        <p:spPr>
          <a:xfrm>
            <a:off x="5680303" y="5185682"/>
            <a:ext cx="831396" cy="3837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14" dirty="0">
                <a:solidFill>
                  <a:srgbClr val="000000"/>
                </a:solidFill>
              </a:rPr>
              <a:t>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bt-direction</a:t>
            </a:r>
          </a:p>
        </p:txBody>
      </p:sp>
      <p:sp>
        <p:nvSpPr>
          <p:cNvPr id="12" name="Entree" descr="A"/>
          <p:cNvSpPr/>
          <p:nvPr/>
        </p:nvSpPr>
        <p:spPr>
          <a:xfrm>
            <a:off x="5568399" y="5745666"/>
            <a:ext cx="1055203" cy="655134"/>
          </a:xfrm>
          <a:prstGeom prst="rect">
            <a:avLst/>
          </a:prstGeom>
          <a:solidFill>
            <a:srgbClr val="C8E6C9"/>
          </a:solidFill>
          <a:ln w="11647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Entree</a:t>
            </a:r>
          </a:p>
        </p:txBody>
      </p:sp>
      <p:sp>
        <p:nvSpPr>
          <p:cNvPr id="13" name="Traitement" descr="B"/>
          <p:cNvSpPr/>
          <p:nvPr/>
        </p:nvSpPr>
        <p:spPr>
          <a:xfrm>
            <a:off x="5316828" y="4391722"/>
            <a:ext cx="1558346" cy="655134"/>
          </a:xfrm>
          <a:prstGeom prst="rect">
            <a:avLst/>
          </a:prstGeom>
          <a:solidFill>
            <a:srgbClr val="FFE0B2"/>
          </a:solidFill>
          <a:ln w="11647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Traitement</a:t>
            </a:r>
          </a:p>
        </p:txBody>
      </p:sp>
      <p:sp>
        <p:nvSpPr>
          <p:cNvPr id="14" name="Valide?" descr="C"/>
          <p:cNvSpPr/>
          <p:nvPr/>
        </p:nvSpPr>
        <p:spPr>
          <a:xfrm>
            <a:off x="4915012" y="2382644"/>
            <a:ext cx="2361977" cy="1310268"/>
          </a:xfrm>
          <a:prstGeom prst="diamond">
            <a:avLst/>
          </a:prstGeom>
          <a:solidFill>
            <a:srgbClr val="E1BEE7"/>
          </a:solidFill>
          <a:ln w="11647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Valide?</a:t>
            </a:r>
          </a:p>
        </p:txBody>
      </p:sp>
      <p:sp>
        <p:nvSpPr>
          <p:cNvPr id="15" name="Sortie" descr="D"/>
          <p:cNvSpPr/>
          <p:nvPr/>
        </p:nvSpPr>
        <p:spPr>
          <a:xfrm>
            <a:off x="4778744" y="1028700"/>
            <a:ext cx="1055203" cy="655134"/>
          </a:xfrm>
          <a:prstGeom prst="rect">
            <a:avLst/>
          </a:prstGeom>
          <a:solidFill>
            <a:srgbClr val="FFCDD2"/>
          </a:solidFill>
          <a:ln w="11647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Sortie</a:t>
            </a:r>
          </a:p>
        </p:txBody>
      </p:sp>
      <p:sp>
        <p:nvSpPr>
          <p:cNvPr id="16" name="Erreur" descr="E"/>
          <p:cNvSpPr/>
          <p:nvPr/>
        </p:nvSpPr>
        <p:spPr>
          <a:xfrm>
            <a:off x="6358054" y="1028700"/>
            <a:ext cx="1055203" cy="655134"/>
          </a:xfrm>
          <a:prstGeom prst="rect">
            <a:avLst/>
          </a:prstGeom>
          <a:solidFill>
            <a:srgbClr val="FFF9C4"/>
          </a:solidFill>
          <a:ln w="11647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Erreur</a:t>
            </a:r>
          </a:p>
        </p:txBody>
      </p:sp>
      <p:cxnSp>
        <p:nvCxnSpPr>
          <p:cNvPr id="17" name="A--B"/>
          <p:cNvCxnSpPr>
            <a:stCxn id="12" idx="0"/>
            <a:endCxn id="13" idx="2"/>
          </p:cNvCxnSpPr>
          <p:nvPr/>
        </p:nvCxnSpPr>
        <p:spPr>
          <a:xfrm flipV="1">
            <a:off x="6096000" y="5046856"/>
            <a:ext cx="0" cy="698810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B--C"/>
          <p:cNvCxnSpPr>
            <a:stCxn id="13" idx="0"/>
            <a:endCxn id="14" idx="2"/>
          </p:cNvCxnSpPr>
          <p:nvPr/>
        </p:nvCxnSpPr>
        <p:spPr>
          <a:xfrm flipV="1">
            <a:off x="6096000" y="3692912"/>
            <a:ext cx="0" cy="698810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--D"/>
          <p:cNvCxnSpPr>
            <a:stCxn id="14" idx="0"/>
            <a:endCxn id="15" idx="2"/>
          </p:cNvCxnSpPr>
          <p:nvPr/>
        </p:nvCxnSpPr>
        <p:spPr>
          <a:xfrm flipH="1" flipV="1">
            <a:off x="5306345" y="1683834"/>
            <a:ext cx="789655" cy="698810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dgeLabel"/>
          <p:cNvSpPr txBox="1"/>
          <p:nvPr/>
        </p:nvSpPr>
        <p:spPr>
          <a:xfrm>
            <a:off x="5480349" y="1928418"/>
            <a:ext cx="441648" cy="2096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34940" tIns="0" rIns="3494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21" name="C--E"/>
          <p:cNvCxnSpPr>
            <a:stCxn id="14" idx="0"/>
            <a:endCxn id="16" idx="2"/>
          </p:cNvCxnSpPr>
          <p:nvPr/>
        </p:nvCxnSpPr>
        <p:spPr>
          <a:xfrm flipV="1">
            <a:off x="6096000" y="1683834"/>
            <a:ext cx="789655" cy="698810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dgeLabel"/>
          <p:cNvSpPr txBox="1"/>
          <p:nvPr/>
        </p:nvSpPr>
        <p:spPr>
          <a:xfrm>
            <a:off x="6270004" y="1928418"/>
            <a:ext cx="441648" cy="2096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34940" tIns="0" rIns="3494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non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deck-A1.md</dc:title>
  <dc:creator>md2nativedocx</dc:creator>
  <cp:lastModifiedBy>md2nativedocx</cp:lastModifiedBy>
  <dcterms:created xsi:type="dcterms:W3CDTF">2026-10-05T12:04:14Z</dcterms:created>
  <dcterms:modified xsi:type="dcterms:W3CDTF">2026-10-05T12:04:14Z</dcterms:modified>
</cp:coreProperties>
</file>