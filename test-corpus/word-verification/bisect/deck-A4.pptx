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dense</a:t>
            </a:r>
          </a:p>
        </p:txBody>
      </p:sp>
      <p:sp>
        <p:nvSpPr>
          <p:cNvPr id="12" name="Init" descr="A"/>
          <p:cNvSpPr/>
          <p:nvPr/>
        </p:nvSpPr>
        <p:spPr>
          <a:xfrm>
            <a:off x="457200" y="2724206"/>
            <a:ext cx="959263" cy="782008"/>
          </a:xfrm>
          <a:prstGeom prst="rect">
            <a:avLst/>
          </a:prstGeom>
          <a:solidFill>
            <a:srgbClr val="BBDEFB"/>
          </a:solidFill>
          <a:ln w="13902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Init</a:t>
            </a:r>
          </a:p>
        </p:txBody>
      </p:sp>
      <p:sp>
        <p:nvSpPr>
          <p:cNvPr id="13" name="Parse" descr="B"/>
          <p:cNvSpPr/>
          <p:nvPr/>
        </p:nvSpPr>
        <p:spPr>
          <a:xfrm>
            <a:off x="2250605" y="2724206"/>
            <a:ext cx="1109409" cy="782008"/>
          </a:xfrm>
          <a:prstGeom prst="rect">
            <a:avLst/>
          </a:prstGeom>
          <a:solidFill>
            <a:srgbClr val="C8E6C9"/>
          </a:solidFill>
          <a:ln w="13902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Parse</a:t>
            </a:r>
          </a:p>
        </p:txBody>
      </p:sp>
      <p:sp>
        <p:nvSpPr>
          <p:cNvPr id="14" name="Analyse" descr="C"/>
          <p:cNvSpPr/>
          <p:nvPr/>
        </p:nvSpPr>
        <p:spPr>
          <a:xfrm>
            <a:off x="4194156" y="2724206"/>
            <a:ext cx="1409700" cy="782008"/>
          </a:xfrm>
          <a:prstGeom prst="rect">
            <a:avLst/>
          </a:prstGeom>
          <a:solidFill>
            <a:srgbClr val="FFE0B2"/>
          </a:solidFill>
          <a:ln w="13902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Analyse</a:t>
            </a:r>
          </a:p>
        </p:txBody>
      </p:sp>
      <p:sp>
        <p:nvSpPr>
          <p:cNvPr id="15" name="Optim" descr="D"/>
          <p:cNvSpPr/>
          <p:nvPr/>
        </p:nvSpPr>
        <p:spPr>
          <a:xfrm>
            <a:off x="4344302" y="5330900"/>
            <a:ext cx="1109409" cy="782008"/>
          </a:xfrm>
          <a:prstGeom prst="rect">
            <a:avLst/>
          </a:prstGeom>
          <a:solidFill>
            <a:srgbClr val="E1BEE7"/>
          </a:solidFill>
          <a:ln w="13902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Optim</a:t>
            </a:r>
          </a:p>
        </p:txBody>
      </p:sp>
      <p:sp>
        <p:nvSpPr>
          <p:cNvPr id="16" name="Emet" descr="E"/>
          <p:cNvSpPr/>
          <p:nvPr/>
        </p:nvSpPr>
        <p:spPr>
          <a:xfrm>
            <a:off x="6437998" y="1212324"/>
            <a:ext cx="959263" cy="782008"/>
          </a:xfrm>
          <a:prstGeom prst="rect">
            <a:avLst/>
          </a:prstGeom>
          <a:solidFill>
            <a:srgbClr val="FFCDD2"/>
          </a:solidFill>
          <a:ln w="13902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Emet</a:t>
            </a:r>
          </a:p>
        </p:txBody>
      </p:sp>
      <p:sp>
        <p:nvSpPr>
          <p:cNvPr id="17" name="AST" descr="F"/>
          <p:cNvSpPr/>
          <p:nvPr/>
        </p:nvSpPr>
        <p:spPr>
          <a:xfrm>
            <a:off x="6488047" y="2619939"/>
            <a:ext cx="859166" cy="782008"/>
          </a:xfrm>
          <a:prstGeom prst="rect">
            <a:avLst/>
          </a:prstGeom>
          <a:solidFill>
            <a:srgbClr val="FFF9C4"/>
          </a:solidFill>
          <a:ln w="13902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AST</a:t>
            </a:r>
          </a:p>
        </p:txBody>
      </p:sp>
      <p:sp>
        <p:nvSpPr>
          <p:cNvPr id="18" name="IL" descr="G"/>
          <p:cNvSpPr/>
          <p:nvPr/>
        </p:nvSpPr>
        <p:spPr>
          <a:xfrm>
            <a:off x="6552693" y="4027553"/>
            <a:ext cx="729874" cy="782008"/>
          </a:xfrm>
          <a:prstGeom prst="rect">
            <a:avLst/>
          </a:prstGeom>
          <a:solidFill>
            <a:srgbClr val="BBDEFB"/>
          </a:solidFill>
          <a:ln w="13902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IL</a:t>
            </a:r>
          </a:p>
        </p:txBody>
      </p:sp>
      <p:sp>
        <p:nvSpPr>
          <p:cNvPr id="19" name="Reg" descr="H"/>
          <p:cNvSpPr/>
          <p:nvPr/>
        </p:nvSpPr>
        <p:spPr>
          <a:xfrm>
            <a:off x="6513071" y="5435168"/>
            <a:ext cx="809118" cy="782008"/>
          </a:xfrm>
          <a:prstGeom prst="rect">
            <a:avLst/>
          </a:prstGeom>
          <a:solidFill>
            <a:srgbClr val="C8E6C9"/>
          </a:solidFill>
          <a:ln w="13902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Reg</a:t>
            </a:r>
          </a:p>
        </p:txBody>
      </p:sp>
      <p:sp>
        <p:nvSpPr>
          <p:cNvPr id="20" name="Codegen" descr="I"/>
          <p:cNvSpPr/>
          <p:nvPr/>
        </p:nvSpPr>
        <p:spPr>
          <a:xfrm>
            <a:off x="8231404" y="3323746"/>
            <a:ext cx="1409700" cy="782008"/>
          </a:xfrm>
          <a:prstGeom prst="rect">
            <a:avLst/>
          </a:prstGeom>
          <a:solidFill>
            <a:srgbClr val="FFE0B2"/>
          </a:solidFill>
          <a:ln w="13902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Codegen</a:t>
            </a:r>
          </a:p>
        </p:txBody>
      </p:sp>
      <p:sp>
        <p:nvSpPr>
          <p:cNvPr id="21" name="Sortie" descr="J"/>
          <p:cNvSpPr/>
          <p:nvPr/>
        </p:nvSpPr>
        <p:spPr>
          <a:xfrm>
            <a:off x="10475246" y="3323746"/>
            <a:ext cx="1259554" cy="782008"/>
          </a:xfrm>
          <a:prstGeom prst="rect">
            <a:avLst/>
          </a:prstGeom>
          <a:solidFill>
            <a:srgbClr val="E1BEE7"/>
          </a:solidFill>
          <a:ln w="13902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Sortie</a:t>
            </a:r>
          </a:p>
        </p:txBody>
      </p:sp>
      <p:cxnSp>
        <p:nvCxnSpPr>
          <p:cNvPr id="22" name="A--B"/>
          <p:cNvCxnSpPr>
            <a:stCxn id="12" idx="3"/>
            <a:endCxn id="13" idx="1"/>
          </p:cNvCxnSpPr>
          <p:nvPr/>
        </p:nvCxnSpPr>
        <p:spPr>
          <a:xfrm>
            <a:off x="1416463" y="3115211"/>
            <a:ext cx="834142" cy="0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--C"/>
          <p:cNvCxnSpPr>
            <a:stCxn id="13" idx="3"/>
            <a:endCxn id="14" idx="1"/>
          </p:cNvCxnSpPr>
          <p:nvPr/>
        </p:nvCxnSpPr>
        <p:spPr>
          <a:xfrm>
            <a:off x="3360014" y="3115211"/>
            <a:ext cx="834142" cy="0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B--D"/>
          <p:cNvCxnSpPr>
            <a:stCxn id="13" idx="2"/>
            <a:endCxn id="15" idx="0"/>
          </p:cNvCxnSpPr>
          <p:nvPr/>
        </p:nvCxnSpPr>
        <p:spPr>
          <a:xfrm>
            <a:off x="2805310" y="3506214"/>
            <a:ext cx="2093696" cy="1824686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B--E"/>
          <p:cNvCxnSpPr>
            <a:stCxn id="13" idx="3"/>
            <a:endCxn id="16" idx="1"/>
          </p:cNvCxnSpPr>
          <p:nvPr/>
        </p:nvCxnSpPr>
        <p:spPr>
          <a:xfrm flipV="1">
            <a:off x="3360014" y="1603329"/>
            <a:ext cx="3077984" cy="1511882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--F"/>
          <p:cNvCxnSpPr>
            <a:stCxn id="14" idx="3"/>
            <a:endCxn id="17" idx="1"/>
          </p:cNvCxnSpPr>
          <p:nvPr/>
        </p:nvCxnSpPr>
        <p:spPr>
          <a:xfrm flipV="1">
            <a:off x="5603856" y="3010943"/>
            <a:ext cx="884191" cy="104268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--G"/>
          <p:cNvCxnSpPr>
            <a:stCxn id="14" idx="3"/>
            <a:endCxn id="18" idx="1"/>
          </p:cNvCxnSpPr>
          <p:nvPr/>
        </p:nvCxnSpPr>
        <p:spPr>
          <a:xfrm>
            <a:off x="5603856" y="3115211"/>
            <a:ext cx="948837" cy="1303347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--G"/>
          <p:cNvCxnSpPr>
            <a:stCxn id="15" idx="3"/>
            <a:endCxn id="18" idx="1"/>
          </p:cNvCxnSpPr>
          <p:nvPr/>
        </p:nvCxnSpPr>
        <p:spPr>
          <a:xfrm flipV="1">
            <a:off x="5453711" y="4418558"/>
            <a:ext cx="1098982" cy="1303347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--H"/>
          <p:cNvCxnSpPr>
            <a:stCxn id="15" idx="3"/>
            <a:endCxn id="19" idx="1"/>
          </p:cNvCxnSpPr>
          <p:nvPr/>
        </p:nvCxnSpPr>
        <p:spPr>
          <a:xfrm>
            <a:off x="5453711" y="5721905"/>
            <a:ext cx="1059360" cy="104268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--I"/>
          <p:cNvCxnSpPr>
            <a:stCxn id="16" idx="2"/>
            <a:endCxn id="20" idx="0"/>
          </p:cNvCxnSpPr>
          <p:nvPr/>
        </p:nvCxnSpPr>
        <p:spPr>
          <a:xfrm>
            <a:off x="6917630" y="1994332"/>
            <a:ext cx="2018624" cy="1329414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--I"/>
          <p:cNvCxnSpPr>
            <a:stCxn id="17" idx="3"/>
            <a:endCxn id="20" idx="1"/>
          </p:cNvCxnSpPr>
          <p:nvPr/>
        </p:nvCxnSpPr>
        <p:spPr>
          <a:xfrm>
            <a:off x="7347213" y="3010943"/>
            <a:ext cx="884191" cy="703807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--I"/>
          <p:cNvCxnSpPr>
            <a:stCxn id="18" idx="3"/>
            <a:endCxn id="20" idx="1"/>
          </p:cNvCxnSpPr>
          <p:nvPr/>
        </p:nvCxnSpPr>
        <p:spPr>
          <a:xfrm flipV="1">
            <a:off x="7282567" y="3714750"/>
            <a:ext cx="948837" cy="703808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H--I"/>
          <p:cNvCxnSpPr>
            <a:stCxn id="19" idx="0"/>
            <a:endCxn id="20" idx="2"/>
          </p:cNvCxnSpPr>
          <p:nvPr/>
        </p:nvCxnSpPr>
        <p:spPr>
          <a:xfrm flipV="1">
            <a:off x="6917630" y="4105755"/>
            <a:ext cx="2018624" cy="1329413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I--J"/>
          <p:cNvCxnSpPr>
            <a:stCxn id="20" idx="3"/>
            <a:endCxn id="21" idx="1"/>
          </p:cNvCxnSpPr>
          <p:nvPr/>
        </p:nvCxnSpPr>
        <p:spPr>
          <a:xfrm>
            <a:off x="9641104" y="3714750"/>
            <a:ext cx="834142" cy="0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direction-and-asymmetric-shape</a:t>
            </a:r>
          </a:p>
        </p:txBody>
      </p:sp>
      <p:sp>
        <p:nvSpPr>
          <p:cNvPr id="12" name="Debut" descr="Start"/>
          <p:cNvSpPr/>
          <p:nvPr/>
        </p:nvSpPr>
        <p:spPr>
          <a:xfrm>
            <a:off x="10421384" y="3251846"/>
            <a:ext cx="1313416" cy="925810"/>
          </a:xfrm>
          <a:prstGeom prst="rect">
            <a:avLst/>
          </a:prstGeom>
          <a:solidFill>
            <a:srgbClr val="C8E6C9"/>
          </a:solidFill>
          <a:ln w="16459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504" tIns="59252" rIns="118504" bIns="592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5" dirty="0">
                <a:solidFill>
                  <a:srgbClr val="000000"/>
                </a:solidFill>
              </a:rPr>
              <a:t>Debut</a:t>
            </a:r>
          </a:p>
        </p:txBody>
      </p:sp>
      <p:sp>
        <p:nvSpPr>
          <p:cNvPr id="13" name="Etape asymetrique" descr="Flag"/>
          <p:cNvSpPr/>
          <p:nvPr/>
        </p:nvSpPr>
        <p:spPr>
          <a:xfrm>
            <a:off x="7083531" y="3066684"/>
            <a:ext cx="2350323" cy="1296134"/>
          </a:xfrm>
          <a:prstGeom prst="homePlate">
            <a:avLst/>
          </a:prstGeom>
          <a:solidFill>
            <a:srgbClr val="FFE0B2"/>
          </a:solidFill>
          <a:ln w="16459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504" tIns="59252" rIns="118504" bIns="592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5" dirty="0">
                <a:solidFill>
                  <a:srgbClr val="000000"/>
                </a:solidFill>
              </a:rPr>
              <a:t>Etape asymetrique</a:t>
            </a:r>
          </a:p>
        </p:txBody>
      </p:sp>
      <p:sp>
        <p:nvSpPr>
          <p:cNvPr id="14" name="Decision" descr="Check"/>
          <p:cNvSpPr/>
          <p:nvPr/>
        </p:nvSpPr>
        <p:spPr>
          <a:xfrm>
            <a:off x="2402635" y="2788940"/>
            <a:ext cx="3693365" cy="1851620"/>
          </a:xfrm>
          <a:prstGeom prst="diamond">
            <a:avLst/>
          </a:prstGeom>
          <a:solidFill>
            <a:srgbClr val="E1BEE7"/>
          </a:solidFill>
          <a:ln w="16459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504" tIns="59252" rIns="118504" bIns="592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5" dirty="0">
                <a:solidFill>
                  <a:srgbClr val="000000"/>
                </a:solidFill>
              </a:rPr>
              <a:t>Decision</a:t>
            </a:r>
          </a:p>
        </p:txBody>
      </p:sp>
      <p:sp>
        <p:nvSpPr>
          <p:cNvPr id="15" name="Fin" descr="End"/>
          <p:cNvSpPr/>
          <p:nvPr/>
        </p:nvSpPr>
        <p:spPr>
          <a:xfrm>
            <a:off x="457200" y="3251846"/>
            <a:ext cx="957905" cy="925810"/>
          </a:xfrm>
          <a:prstGeom prst="rect">
            <a:avLst/>
          </a:prstGeom>
          <a:solidFill>
            <a:srgbClr val="FFCDD2"/>
          </a:solidFill>
          <a:ln w="16459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504" tIns="59252" rIns="118504" bIns="592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5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16" name="Start--Flag"/>
          <p:cNvCxnSpPr>
            <a:stCxn id="12" idx="1"/>
            <a:endCxn id="13" idx="3"/>
          </p:cNvCxnSpPr>
          <p:nvPr/>
        </p:nvCxnSpPr>
        <p:spPr>
          <a:xfrm flipH="1">
            <a:off x="9433854" y="3714750"/>
            <a:ext cx="987531" cy="0"/>
          </a:xfrm>
          <a:prstGeom prst="line">
            <a:avLst/>
          </a:prstGeom>
          <a:ln w="1645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ag--Check"/>
          <p:cNvCxnSpPr>
            <a:stCxn id="13" idx="1"/>
            <a:endCxn id="14" idx="3"/>
          </p:cNvCxnSpPr>
          <p:nvPr/>
        </p:nvCxnSpPr>
        <p:spPr>
          <a:xfrm flipH="1">
            <a:off x="6096000" y="3714750"/>
            <a:ext cx="987531" cy="0"/>
          </a:xfrm>
          <a:prstGeom prst="line">
            <a:avLst/>
          </a:prstGeom>
          <a:ln w="1645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heck--End"/>
          <p:cNvCxnSpPr>
            <a:stCxn id="14" idx="1"/>
            <a:endCxn id="15" idx="3"/>
          </p:cNvCxnSpPr>
          <p:nvPr/>
        </p:nvCxnSpPr>
        <p:spPr>
          <a:xfrm flipH="1">
            <a:off x="1415105" y="3714750"/>
            <a:ext cx="987531" cy="0"/>
          </a:xfrm>
          <a:prstGeom prst="line">
            <a:avLst/>
          </a:prstGeom>
          <a:ln w="1645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Label"/>
          <p:cNvSpPr txBox="1"/>
          <p:nvPr/>
        </p:nvSpPr>
        <p:spPr>
          <a:xfrm>
            <a:off x="1596810" y="3566620"/>
            <a:ext cx="624119" cy="2962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49377" tIns="0" rIns="49377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37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0" name="Check--Flag"/>
          <p:cNvCxnSpPr>
            <a:stCxn id="14" idx="3"/>
            <a:endCxn id="13" idx="1"/>
          </p:cNvCxnSpPr>
          <p:nvPr/>
        </p:nvCxnSpPr>
        <p:spPr>
          <a:xfrm>
            <a:off x="6096000" y="3714750"/>
            <a:ext cx="987531" cy="0"/>
          </a:xfrm>
          <a:prstGeom prst="line">
            <a:avLst/>
          </a:prstGeom>
          <a:ln w="1645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dgeLabel"/>
          <p:cNvSpPr txBox="1"/>
          <p:nvPr/>
        </p:nvSpPr>
        <p:spPr>
          <a:xfrm>
            <a:off x="6277706" y="3566620"/>
            <a:ext cx="624119" cy="2962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49377" tIns="0" rIns="49377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37" dirty="0">
                <a:solidFill>
                  <a:srgbClr val="000000"/>
                </a:solidFill>
              </a:rPr>
              <a:t>non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edge-chaining</a:t>
            </a:r>
          </a:p>
        </p:txBody>
      </p:sp>
      <p:sp>
        <p:nvSpPr>
          <p:cNvPr id="12" name="Depart" descr="A"/>
          <p:cNvSpPr/>
          <p:nvPr/>
        </p:nvSpPr>
        <p:spPr>
          <a:xfrm>
            <a:off x="1530113" y="1028700"/>
            <a:ext cx="1201759" cy="746125"/>
          </a:xfrm>
          <a:prstGeom prst="rect">
            <a:avLst/>
          </a:prstGeom>
          <a:solidFill>
            <a:srgbClr val="FFE0B2"/>
          </a:solidFill>
          <a:ln w="13264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Depart</a:t>
            </a:r>
          </a:p>
        </p:txBody>
      </p:sp>
      <p:sp>
        <p:nvSpPr>
          <p:cNvPr id="13" name="Etape 2" descr="B"/>
          <p:cNvSpPr/>
          <p:nvPr/>
        </p:nvSpPr>
        <p:spPr>
          <a:xfrm>
            <a:off x="1496687" y="2570692"/>
            <a:ext cx="1268611" cy="746125"/>
          </a:xfrm>
          <a:prstGeom prst="rect">
            <a:avLst/>
          </a:prstGeom>
          <a:solidFill>
            <a:srgbClr val="E1BEE7"/>
          </a:solidFill>
          <a:ln w="1326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Etape 2</a:t>
            </a:r>
          </a:p>
        </p:txBody>
      </p:sp>
      <p:sp>
        <p:nvSpPr>
          <p:cNvPr id="14" name="Etape 3" descr="C"/>
          <p:cNvSpPr/>
          <p:nvPr/>
        </p:nvSpPr>
        <p:spPr>
          <a:xfrm>
            <a:off x="1496687" y="4112683"/>
            <a:ext cx="1268611" cy="746125"/>
          </a:xfrm>
          <a:prstGeom prst="rect">
            <a:avLst/>
          </a:prstGeom>
          <a:solidFill>
            <a:srgbClr val="FFCDD2"/>
          </a:solidFill>
          <a:ln w="1326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Etape 3</a:t>
            </a:r>
          </a:p>
        </p:txBody>
      </p:sp>
      <p:sp>
        <p:nvSpPr>
          <p:cNvPr id="15" name="Fin" descr="D"/>
          <p:cNvSpPr/>
          <p:nvPr/>
        </p:nvSpPr>
        <p:spPr>
          <a:xfrm>
            <a:off x="1744997" y="5654675"/>
            <a:ext cx="771991" cy="746125"/>
          </a:xfrm>
          <a:prstGeom prst="rect">
            <a:avLst/>
          </a:prstGeom>
          <a:solidFill>
            <a:srgbClr val="FFF9C4"/>
          </a:solidFill>
          <a:ln w="1326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Fin</a:t>
            </a:r>
          </a:p>
        </p:txBody>
      </p:sp>
      <p:sp>
        <p:nvSpPr>
          <p:cNvPr id="16" name="Source" descr="E"/>
          <p:cNvSpPr/>
          <p:nvPr/>
        </p:nvSpPr>
        <p:spPr>
          <a:xfrm>
            <a:off x="4328380" y="1028700"/>
            <a:ext cx="1201759" cy="746125"/>
          </a:xfrm>
          <a:prstGeom prst="rect">
            <a:avLst/>
          </a:prstGeom>
          <a:solidFill>
            <a:srgbClr val="BBDEFB"/>
          </a:solidFill>
          <a:ln w="1326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Source</a:t>
            </a:r>
          </a:p>
        </p:txBody>
      </p:sp>
      <p:sp>
        <p:nvSpPr>
          <p:cNvPr id="17" name="Cible 1" descr="F"/>
          <p:cNvSpPr/>
          <p:nvPr/>
        </p:nvSpPr>
        <p:spPr>
          <a:xfrm>
            <a:off x="3362198" y="2570692"/>
            <a:ext cx="1268611" cy="746125"/>
          </a:xfrm>
          <a:prstGeom prst="rect">
            <a:avLst/>
          </a:prstGeom>
          <a:solidFill>
            <a:srgbClr val="C8E6C9"/>
          </a:solidFill>
          <a:ln w="13264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Cible 1</a:t>
            </a:r>
          </a:p>
        </p:txBody>
      </p:sp>
      <p:sp>
        <p:nvSpPr>
          <p:cNvPr id="18" name="Cible 2" descr="G"/>
          <p:cNvSpPr/>
          <p:nvPr/>
        </p:nvSpPr>
        <p:spPr>
          <a:xfrm>
            <a:off x="5227709" y="2570692"/>
            <a:ext cx="1268611" cy="746125"/>
          </a:xfrm>
          <a:prstGeom prst="rect">
            <a:avLst/>
          </a:prstGeom>
          <a:solidFill>
            <a:srgbClr val="FFE0B2"/>
          </a:solidFill>
          <a:ln w="13264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Cible 2</a:t>
            </a:r>
          </a:p>
        </p:txBody>
      </p:sp>
      <p:sp>
        <p:nvSpPr>
          <p:cNvPr id="19" name="Origine 1" descr="H"/>
          <p:cNvSpPr/>
          <p:nvPr/>
        </p:nvSpPr>
        <p:spPr>
          <a:xfrm>
            <a:off x="6988167" y="1028700"/>
            <a:ext cx="1555123" cy="746125"/>
          </a:xfrm>
          <a:prstGeom prst="rect">
            <a:avLst/>
          </a:prstGeom>
          <a:solidFill>
            <a:srgbClr val="E1BEE7"/>
          </a:solidFill>
          <a:ln w="1326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Origine 1</a:t>
            </a:r>
          </a:p>
        </p:txBody>
      </p:sp>
      <p:sp>
        <p:nvSpPr>
          <p:cNvPr id="20" name="Fusion" descr="J"/>
          <p:cNvSpPr/>
          <p:nvPr/>
        </p:nvSpPr>
        <p:spPr>
          <a:xfrm>
            <a:off x="8240861" y="2570692"/>
            <a:ext cx="1201759" cy="746125"/>
          </a:xfrm>
          <a:prstGeom prst="rect">
            <a:avLst/>
          </a:prstGeom>
          <a:solidFill>
            <a:srgbClr val="FFCDD2"/>
          </a:solidFill>
          <a:ln w="1326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Fusion</a:t>
            </a:r>
          </a:p>
        </p:txBody>
      </p:sp>
      <p:sp>
        <p:nvSpPr>
          <p:cNvPr id="21" name="Origine 2" descr="I"/>
          <p:cNvSpPr/>
          <p:nvPr/>
        </p:nvSpPr>
        <p:spPr>
          <a:xfrm>
            <a:off x="9140190" y="1028700"/>
            <a:ext cx="1555123" cy="746125"/>
          </a:xfrm>
          <a:prstGeom prst="rect">
            <a:avLst/>
          </a:prstGeom>
          <a:solidFill>
            <a:srgbClr val="FFF9C4"/>
          </a:solidFill>
          <a:ln w="1326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Origine 2</a:t>
            </a:r>
          </a:p>
        </p:txBody>
      </p:sp>
      <p:cxnSp>
        <p:nvCxnSpPr>
          <p:cNvPr id="22" name="A--B"/>
          <p:cNvCxnSpPr>
            <a:stCxn id="12" idx="2"/>
            <a:endCxn id="13" idx="0"/>
          </p:cNvCxnSpPr>
          <p:nvPr/>
        </p:nvCxnSpPr>
        <p:spPr>
          <a:xfrm>
            <a:off x="2130992" y="1774825"/>
            <a:ext cx="0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--C"/>
          <p:cNvCxnSpPr>
            <a:stCxn id="13" idx="2"/>
            <a:endCxn id="14" idx="0"/>
          </p:cNvCxnSpPr>
          <p:nvPr/>
        </p:nvCxnSpPr>
        <p:spPr>
          <a:xfrm>
            <a:off x="2130992" y="3316817"/>
            <a:ext cx="0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--D"/>
          <p:cNvCxnSpPr>
            <a:stCxn id="14" idx="2"/>
            <a:endCxn id="15" idx="0"/>
          </p:cNvCxnSpPr>
          <p:nvPr/>
        </p:nvCxnSpPr>
        <p:spPr>
          <a:xfrm>
            <a:off x="2130992" y="4858808"/>
            <a:ext cx="0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--F"/>
          <p:cNvCxnSpPr>
            <a:stCxn id="16" idx="2"/>
            <a:endCxn id="17" idx="0"/>
          </p:cNvCxnSpPr>
          <p:nvPr/>
        </p:nvCxnSpPr>
        <p:spPr>
          <a:xfrm flipH="1">
            <a:off x="3996504" y="1774825"/>
            <a:ext cx="932756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--G"/>
          <p:cNvCxnSpPr>
            <a:stCxn id="16" idx="2"/>
            <a:endCxn id="18" idx="0"/>
          </p:cNvCxnSpPr>
          <p:nvPr/>
        </p:nvCxnSpPr>
        <p:spPr>
          <a:xfrm>
            <a:off x="4929259" y="1774825"/>
            <a:ext cx="932756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H--J"/>
          <p:cNvCxnSpPr>
            <a:stCxn id="19" idx="2"/>
            <a:endCxn id="20" idx="0"/>
          </p:cNvCxnSpPr>
          <p:nvPr/>
        </p:nvCxnSpPr>
        <p:spPr>
          <a:xfrm>
            <a:off x="7765728" y="1774825"/>
            <a:ext cx="1076012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I--J"/>
          <p:cNvCxnSpPr>
            <a:stCxn id="21" idx="2"/>
            <a:endCxn id="20" idx="0"/>
          </p:cNvCxnSpPr>
          <p:nvPr/>
        </p:nvCxnSpPr>
        <p:spPr>
          <a:xfrm flipH="1">
            <a:off x="8841740" y="1774825"/>
            <a:ext cx="1076012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edge-labels</a:t>
            </a:r>
          </a:p>
        </p:txBody>
      </p:sp>
      <p:sp>
        <p:nvSpPr>
          <p:cNvPr id="12" name="Debut" descr="A"/>
          <p:cNvSpPr/>
          <p:nvPr/>
        </p:nvSpPr>
        <p:spPr>
          <a:xfrm>
            <a:off x="4318270" y="1028700"/>
            <a:ext cx="617937" cy="435576"/>
          </a:xfrm>
          <a:prstGeom prst="rect">
            <a:avLst/>
          </a:prstGeom>
          <a:solidFill>
            <a:srgbClr val="E1BEE7"/>
          </a:solidFill>
          <a:ln w="774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Debut</a:t>
            </a:r>
          </a:p>
        </p:txBody>
      </p:sp>
      <p:sp>
        <p:nvSpPr>
          <p:cNvPr id="13" name="Action" descr="B"/>
          <p:cNvSpPr/>
          <p:nvPr/>
        </p:nvSpPr>
        <p:spPr>
          <a:xfrm>
            <a:off x="3893149" y="1928890"/>
            <a:ext cx="701567" cy="435576"/>
          </a:xfrm>
          <a:prstGeom prst="rect">
            <a:avLst/>
          </a:prstGeom>
          <a:solidFill>
            <a:srgbClr val="FFCDD2"/>
          </a:solidFill>
          <a:ln w="774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Action</a:t>
            </a:r>
          </a:p>
        </p:txBody>
      </p:sp>
      <p:sp>
        <p:nvSpPr>
          <p:cNvPr id="14" name="Suite" descr="C"/>
          <p:cNvSpPr/>
          <p:nvPr/>
        </p:nvSpPr>
        <p:spPr>
          <a:xfrm>
            <a:off x="3934964" y="2829079"/>
            <a:ext cx="617937" cy="435576"/>
          </a:xfrm>
          <a:prstGeom prst="rect">
            <a:avLst/>
          </a:prstGeom>
          <a:solidFill>
            <a:srgbClr val="FFF9C4"/>
          </a:solidFill>
          <a:ln w="774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Suite</a:t>
            </a:r>
          </a:p>
        </p:txBody>
      </p:sp>
      <p:sp>
        <p:nvSpPr>
          <p:cNvPr id="15" name="Test" descr="D"/>
          <p:cNvSpPr/>
          <p:nvPr/>
        </p:nvSpPr>
        <p:spPr>
          <a:xfrm>
            <a:off x="3709626" y="3729269"/>
            <a:ext cx="1068612" cy="871151"/>
          </a:xfrm>
          <a:prstGeom prst="diamond">
            <a:avLst/>
          </a:prstGeom>
          <a:solidFill>
            <a:srgbClr val="BBDEFB"/>
          </a:solidFill>
          <a:ln w="774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Test</a:t>
            </a:r>
          </a:p>
        </p:txBody>
      </p:sp>
      <p:sp>
        <p:nvSpPr>
          <p:cNvPr id="16" name="Rapide" descr="E"/>
          <p:cNvSpPr/>
          <p:nvPr/>
        </p:nvSpPr>
        <p:spPr>
          <a:xfrm>
            <a:off x="3409950" y="5065035"/>
            <a:ext cx="701567" cy="435576"/>
          </a:xfrm>
          <a:prstGeom prst="rect">
            <a:avLst/>
          </a:prstGeom>
          <a:solidFill>
            <a:srgbClr val="C8E6C9"/>
          </a:solidFill>
          <a:ln w="7744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Rapide</a:t>
            </a:r>
          </a:p>
        </p:txBody>
      </p:sp>
      <p:sp>
        <p:nvSpPr>
          <p:cNvPr id="17" name="Lent" descr="F"/>
          <p:cNvSpPr/>
          <p:nvPr/>
        </p:nvSpPr>
        <p:spPr>
          <a:xfrm>
            <a:off x="4459978" y="5065035"/>
            <a:ext cx="534306" cy="435576"/>
          </a:xfrm>
          <a:prstGeom prst="rect">
            <a:avLst/>
          </a:prstGeom>
          <a:solidFill>
            <a:srgbClr val="FFE0B2"/>
          </a:solidFill>
          <a:ln w="7744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Lent</a:t>
            </a:r>
          </a:p>
        </p:txBody>
      </p:sp>
      <p:sp>
        <p:nvSpPr>
          <p:cNvPr id="18" name="Repeter" descr="G"/>
          <p:cNvSpPr/>
          <p:nvPr/>
        </p:nvSpPr>
        <p:spPr>
          <a:xfrm>
            <a:off x="4717839" y="5965224"/>
            <a:ext cx="785198" cy="435576"/>
          </a:xfrm>
          <a:prstGeom prst="rect">
            <a:avLst/>
          </a:prstGeom>
          <a:solidFill>
            <a:srgbClr val="E1BEE7"/>
          </a:solidFill>
          <a:ln w="774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Repeter</a:t>
            </a:r>
          </a:p>
        </p:txBody>
      </p:sp>
      <p:sp>
        <p:nvSpPr>
          <p:cNvPr id="19" name="Autre depart" descr="H"/>
          <p:cNvSpPr/>
          <p:nvPr/>
        </p:nvSpPr>
        <p:spPr>
          <a:xfrm>
            <a:off x="5825943" y="1028700"/>
            <a:ext cx="1161535" cy="435576"/>
          </a:xfrm>
          <a:prstGeom prst="rect">
            <a:avLst/>
          </a:prstGeom>
          <a:solidFill>
            <a:srgbClr val="FFCDD2"/>
          </a:solidFill>
          <a:ln w="774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Autre depart</a:t>
            </a:r>
          </a:p>
        </p:txBody>
      </p:sp>
      <p:sp>
        <p:nvSpPr>
          <p:cNvPr id="20" name="Suite mediane" descr="I"/>
          <p:cNvSpPr/>
          <p:nvPr/>
        </p:nvSpPr>
        <p:spPr>
          <a:xfrm>
            <a:off x="5784128" y="1928890"/>
            <a:ext cx="1245166" cy="435576"/>
          </a:xfrm>
          <a:prstGeom prst="rect">
            <a:avLst/>
          </a:prstGeom>
          <a:solidFill>
            <a:srgbClr val="FFF9C4"/>
          </a:solidFill>
          <a:ln w="774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Suite mediane</a:t>
            </a:r>
          </a:p>
        </p:txBody>
      </p:sp>
      <p:sp>
        <p:nvSpPr>
          <p:cNvPr id="21" name="Fin mediane" descr="J"/>
          <p:cNvSpPr/>
          <p:nvPr/>
        </p:nvSpPr>
        <p:spPr>
          <a:xfrm>
            <a:off x="5867758" y="2829079"/>
            <a:ext cx="1077905" cy="435576"/>
          </a:xfrm>
          <a:prstGeom prst="rect">
            <a:avLst/>
          </a:prstGeom>
          <a:solidFill>
            <a:srgbClr val="BBDEFB"/>
          </a:solidFill>
          <a:ln w="774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Fin mediane</a:t>
            </a:r>
          </a:p>
        </p:txBody>
      </p:sp>
      <p:cxnSp>
        <p:nvCxnSpPr>
          <p:cNvPr id="22" name="A--B"/>
          <p:cNvCxnSpPr>
            <a:stCxn id="12" idx="2"/>
            <a:endCxn id="13" idx="0"/>
          </p:cNvCxnSpPr>
          <p:nvPr/>
        </p:nvCxnSpPr>
        <p:spPr>
          <a:xfrm flipH="1">
            <a:off x="4243932" y="1464276"/>
            <a:ext cx="383307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dgeLabel"/>
          <p:cNvSpPr txBox="1"/>
          <p:nvPr/>
        </p:nvSpPr>
        <p:spPr>
          <a:xfrm>
            <a:off x="4172800" y="1626891"/>
            <a:ext cx="525571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etape 1</a:t>
            </a:r>
          </a:p>
        </p:txBody>
      </p:sp>
      <p:cxnSp>
        <p:nvCxnSpPr>
          <p:cNvPr id="24" name="B--C"/>
          <p:cNvCxnSpPr>
            <a:stCxn id="13" idx="2"/>
            <a:endCxn id="14" idx="0"/>
          </p:cNvCxnSpPr>
          <p:nvPr/>
        </p:nvCxnSpPr>
        <p:spPr>
          <a:xfrm>
            <a:off x="4243932" y="2364465"/>
            <a:ext cx="0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dgeLabel"/>
          <p:cNvSpPr txBox="1"/>
          <p:nvPr/>
        </p:nvSpPr>
        <p:spPr>
          <a:xfrm>
            <a:off x="3846223" y="2527080"/>
            <a:ext cx="795419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sans fleche</a:t>
            </a:r>
          </a:p>
        </p:txBody>
      </p:sp>
      <p:cxnSp>
        <p:nvCxnSpPr>
          <p:cNvPr id="26" name="C--D"/>
          <p:cNvCxnSpPr>
            <a:stCxn id="14" idx="2"/>
            <a:endCxn id="15" idx="0"/>
          </p:cNvCxnSpPr>
          <p:nvPr/>
        </p:nvCxnSpPr>
        <p:spPr>
          <a:xfrm>
            <a:off x="4243932" y="3264655"/>
            <a:ext cx="0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geLabel"/>
          <p:cNvSpPr txBox="1"/>
          <p:nvPr/>
        </p:nvSpPr>
        <p:spPr>
          <a:xfrm>
            <a:off x="3896401" y="3427270"/>
            <a:ext cx="695063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optionnel</a:t>
            </a:r>
          </a:p>
        </p:txBody>
      </p:sp>
      <p:cxnSp>
        <p:nvCxnSpPr>
          <p:cNvPr id="28" name="D--E"/>
          <p:cNvCxnSpPr>
            <a:stCxn id="15" idx="2"/>
            <a:endCxn id="16" idx="0"/>
          </p:cNvCxnSpPr>
          <p:nvPr/>
        </p:nvCxnSpPr>
        <p:spPr>
          <a:xfrm flipH="1">
            <a:off x="3760734" y="4600421"/>
            <a:ext cx="483198" cy="464614"/>
          </a:xfrm>
          <a:prstGeom prst="line">
            <a:avLst/>
          </a:prstGeom>
          <a:ln w="1548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dgeLabel"/>
          <p:cNvSpPr txBox="1"/>
          <p:nvPr/>
        </p:nvSpPr>
        <p:spPr>
          <a:xfrm>
            <a:off x="3738432" y="4763036"/>
            <a:ext cx="527802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si vrai</a:t>
            </a:r>
          </a:p>
        </p:txBody>
      </p:sp>
      <p:cxnSp>
        <p:nvCxnSpPr>
          <p:cNvPr id="30" name="D--F"/>
          <p:cNvCxnSpPr>
            <a:stCxn id="15" idx="2"/>
            <a:endCxn id="17" idx="0"/>
          </p:cNvCxnSpPr>
          <p:nvPr/>
        </p:nvCxnSpPr>
        <p:spPr>
          <a:xfrm>
            <a:off x="4243932" y="4600421"/>
            <a:ext cx="483199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dgeLabel"/>
          <p:cNvSpPr txBox="1"/>
          <p:nvPr/>
        </p:nvSpPr>
        <p:spPr>
          <a:xfrm>
            <a:off x="4221631" y="4763036"/>
            <a:ext cx="527802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si faux</a:t>
            </a:r>
          </a:p>
        </p:txBody>
      </p:sp>
      <p:cxnSp>
        <p:nvCxnSpPr>
          <p:cNvPr id="32" name="F--G"/>
          <p:cNvCxnSpPr>
            <a:stCxn id="17" idx="2"/>
            <a:endCxn id="18" idx="0"/>
          </p:cNvCxnSpPr>
          <p:nvPr/>
        </p:nvCxnSpPr>
        <p:spPr>
          <a:xfrm>
            <a:off x="4727131" y="5500610"/>
            <a:ext cx="383306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--A"/>
          <p:cNvCxnSpPr>
            <a:stCxn id="18" idx="0"/>
            <a:endCxn id="12" idx="2"/>
          </p:cNvCxnSpPr>
          <p:nvPr/>
        </p:nvCxnSpPr>
        <p:spPr>
          <a:xfrm flipH="1" flipV="1">
            <a:off x="4627239" y="1464276"/>
            <a:ext cx="483198" cy="4500948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H--I"/>
          <p:cNvCxnSpPr>
            <a:stCxn id="19" idx="2"/>
            <a:endCxn id="20" idx="0"/>
          </p:cNvCxnSpPr>
          <p:nvPr/>
        </p:nvCxnSpPr>
        <p:spPr>
          <a:xfrm>
            <a:off x="6406711" y="1464276"/>
            <a:ext cx="0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dgeLabel"/>
          <p:cNvSpPr txBox="1"/>
          <p:nvPr/>
        </p:nvSpPr>
        <p:spPr>
          <a:xfrm>
            <a:off x="5875192" y="1626891"/>
            <a:ext cx="1063037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syntaxe mediane</a:t>
            </a:r>
          </a:p>
        </p:txBody>
      </p:sp>
      <p:cxnSp>
        <p:nvCxnSpPr>
          <p:cNvPr id="36" name="I--J"/>
          <p:cNvCxnSpPr>
            <a:stCxn id="20" idx="2"/>
            <a:endCxn id="21" idx="0"/>
          </p:cNvCxnSpPr>
          <p:nvPr/>
        </p:nvCxnSpPr>
        <p:spPr>
          <a:xfrm>
            <a:off x="6406711" y="2364465"/>
            <a:ext cx="0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EdgeLabel"/>
          <p:cNvSpPr txBox="1"/>
          <p:nvPr/>
        </p:nvSpPr>
        <p:spPr>
          <a:xfrm>
            <a:off x="5774836" y="2527080"/>
            <a:ext cx="1263750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mediane pointillee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deck-A4.md</dc:title>
  <dc:creator>md2nativedocx</dc:creator>
  <cp:lastModifiedBy>md2nativedocx</cp:lastModifiedBy>
  <dcterms:created xsi:type="dcterms:W3CDTF">2026-10-05T12:04:17Z</dcterms:created>
  <dcterms:modified xsi:type="dcterms:W3CDTF">2026-10-05T12:04:17Z</dcterms:modified>
</cp:coreProperties>
</file>