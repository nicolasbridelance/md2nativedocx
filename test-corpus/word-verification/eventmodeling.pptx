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eventmodeling</a:t>
            </a:r>
          </a:p>
        </p:txBody>
      </p:sp>
      <p:sp>
        <p:nvSpPr>
          <p:cNvPr id="11" name="Lane UI / Automation"/>
          <p:cNvSpPr/>
          <p:nvPr/>
        </p:nvSpPr>
        <p:spPr>
          <a:xfrm>
            <a:off x="457200" y="3074687"/>
            <a:ext cx="7034784" cy="228453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2" name="Box 2"/>
          <p:cNvSpPr/>
          <p:nvPr/>
        </p:nvSpPr>
        <p:spPr>
          <a:xfrm>
            <a:off x="480833" y="3133770"/>
            <a:ext cx="425396" cy="55144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UI / Automation</a:t>
            </a:r>
          </a:p>
        </p:txBody>
      </p:sp>
      <p:sp>
        <p:nvSpPr>
          <p:cNvPr id="13" name="Lane Command / Read Model"/>
          <p:cNvSpPr/>
          <p:nvPr/>
        </p:nvSpPr>
        <p:spPr>
          <a:xfrm>
            <a:off x="457200" y="3303140"/>
            <a:ext cx="7034784" cy="338741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4" name="Box 4"/>
          <p:cNvSpPr/>
          <p:nvPr/>
        </p:nvSpPr>
        <p:spPr>
          <a:xfrm>
            <a:off x="480833" y="3417367"/>
            <a:ext cx="425396" cy="110288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Command / Read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Model</a:t>
            </a:r>
          </a:p>
        </p:txBody>
      </p:sp>
      <p:sp>
        <p:nvSpPr>
          <p:cNvPr id="15" name="Lane Events"/>
          <p:cNvSpPr/>
          <p:nvPr/>
        </p:nvSpPr>
        <p:spPr>
          <a:xfrm>
            <a:off x="457200" y="3641881"/>
            <a:ext cx="7034784" cy="464784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6" name="Box 6"/>
          <p:cNvSpPr/>
          <p:nvPr/>
        </p:nvSpPr>
        <p:spPr>
          <a:xfrm>
            <a:off x="480833" y="3819130"/>
            <a:ext cx="425396" cy="55144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Events</a:t>
            </a:r>
          </a:p>
        </p:txBody>
      </p:sp>
      <p:sp>
        <p:nvSpPr>
          <p:cNvPr id="17" name="Lane Billing / Events"/>
          <p:cNvSpPr/>
          <p:nvPr/>
        </p:nvSpPr>
        <p:spPr>
          <a:xfrm>
            <a:off x="457200" y="4106666"/>
            <a:ext cx="7034784" cy="228453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8" name="Box 8"/>
          <p:cNvSpPr/>
          <p:nvPr/>
        </p:nvSpPr>
        <p:spPr>
          <a:xfrm>
            <a:off x="480833" y="4165748"/>
            <a:ext cx="425396" cy="55144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Billing / Events</a:t>
            </a:r>
          </a:p>
        </p:txBody>
      </p:sp>
      <p:sp>
        <p:nvSpPr>
          <p:cNvPr id="19" name="Box 9"/>
          <p:cNvSpPr/>
          <p:nvPr/>
        </p:nvSpPr>
        <p:spPr>
          <a:xfrm>
            <a:off x="929862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01</a:t>
            </a:r>
          </a:p>
        </p:txBody>
      </p:sp>
      <p:sp>
        <p:nvSpPr>
          <p:cNvPr id="20" name="Box 10"/>
          <p:cNvSpPr/>
          <p:nvPr/>
        </p:nvSpPr>
        <p:spPr>
          <a:xfrm>
            <a:off x="1520689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02</a:t>
            </a:r>
          </a:p>
        </p:txBody>
      </p:sp>
      <p:sp>
        <p:nvSpPr>
          <p:cNvPr id="21" name="Box 11"/>
          <p:cNvSpPr/>
          <p:nvPr/>
        </p:nvSpPr>
        <p:spPr>
          <a:xfrm>
            <a:off x="2111517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03</a:t>
            </a:r>
          </a:p>
        </p:txBody>
      </p:sp>
      <p:sp>
        <p:nvSpPr>
          <p:cNvPr id="22" name="Box 12"/>
          <p:cNvSpPr/>
          <p:nvPr/>
        </p:nvSpPr>
        <p:spPr>
          <a:xfrm>
            <a:off x="2702344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04</a:t>
            </a:r>
          </a:p>
        </p:txBody>
      </p:sp>
      <p:sp>
        <p:nvSpPr>
          <p:cNvPr id="23" name="Box 13"/>
          <p:cNvSpPr/>
          <p:nvPr/>
        </p:nvSpPr>
        <p:spPr>
          <a:xfrm>
            <a:off x="3293171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05</a:t>
            </a:r>
          </a:p>
        </p:txBody>
      </p:sp>
      <p:sp>
        <p:nvSpPr>
          <p:cNvPr id="24" name="Box 14"/>
          <p:cNvSpPr/>
          <p:nvPr/>
        </p:nvSpPr>
        <p:spPr>
          <a:xfrm>
            <a:off x="3883998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06</a:t>
            </a:r>
          </a:p>
        </p:txBody>
      </p:sp>
      <p:sp>
        <p:nvSpPr>
          <p:cNvPr id="25" name="Box 15"/>
          <p:cNvSpPr/>
          <p:nvPr/>
        </p:nvSpPr>
        <p:spPr>
          <a:xfrm>
            <a:off x="4474826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07</a:t>
            </a:r>
          </a:p>
        </p:txBody>
      </p:sp>
      <p:sp>
        <p:nvSpPr>
          <p:cNvPr id="26" name="Box 16"/>
          <p:cNvSpPr/>
          <p:nvPr/>
        </p:nvSpPr>
        <p:spPr>
          <a:xfrm>
            <a:off x="5065653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08</a:t>
            </a:r>
          </a:p>
        </p:txBody>
      </p:sp>
      <p:sp>
        <p:nvSpPr>
          <p:cNvPr id="27" name="Box 17"/>
          <p:cNvSpPr/>
          <p:nvPr/>
        </p:nvSpPr>
        <p:spPr>
          <a:xfrm>
            <a:off x="5656480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09 (reset)</a:t>
            </a:r>
          </a:p>
        </p:txBody>
      </p:sp>
      <p:sp>
        <p:nvSpPr>
          <p:cNvPr id="28" name="Box 18"/>
          <p:cNvSpPr/>
          <p:nvPr/>
        </p:nvSpPr>
        <p:spPr>
          <a:xfrm>
            <a:off x="6247308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10</a:t>
            </a:r>
          </a:p>
        </p:txBody>
      </p:sp>
      <p:sp>
        <p:nvSpPr>
          <p:cNvPr id="29" name="Box 19"/>
          <p:cNvSpPr/>
          <p:nvPr/>
        </p:nvSpPr>
        <p:spPr>
          <a:xfrm>
            <a:off x="6838135" y="2964399"/>
            <a:ext cx="590827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7F7F7F"/>
                </a:solidFill>
              </a:rPr>
              <a:t>11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1331953" y="3240119"/>
            <a:ext cx="262590" cy="126043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1" name="Connector 21"/>
          <p:cNvCxnSpPr/>
          <p:nvPr/>
        </p:nvCxnSpPr>
        <p:spPr>
          <a:xfrm>
            <a:off x="2001595" y="3578860"/>
            <a:ext cx="219843" cy="126043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2" name="Connector 22"/>
          <p:cNvCxnSpPr/>
          <p:nvPr/>
        </p:nvCxnSpPr>
        <p:spPr>
          <a:xfrm flipV="1">
            <a:off x="2566454" y="3468572"/>
            <a:ext cx="354496" cy="236331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3" name="Connector 23"/>
          <p:cNvCxnSpPr/>
          <p:nvPr/>
        </p:nvCxnSpPr>
        <p:spPr>
          <a:xfrm flipV="1">
            <a:off x="3130184" y="3240119"/>
            <a:ext cx="325974" cy="126043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4" name="Connector 24"/>
          <p:cNvCxnSpPr/>
          <p:nvPr/>
        </p:nvCxnSpPr>
        <p:spPr>
          <a:xfrm flipV="1">
            <a:off x="3249844" y="3237650"/>
            <a:ext cx="677482" cy="130980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5" name="Connector 25"/>
          <p:cNvCxnSpPr/>
          <p:nvPr/>
        </p:nvCxnSpPr>
        <p:spPr>
          <a:xfrm>
            <a:off x="4311839" y="3240119"/>
            <a:ext cx="325974" cy="126043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4807890" y="3468572"/>
            <a:ext cx="515526" cy="701115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7" name="Connector 27"/>
          <p:cNvCxnSpPr/>
          <p:nvPr/>
        </p:nvCxnSpPr>
        <p:spPr>
          <a:xfrm flipV="1">
            <a:off x="3249844" y="3208408"/>
            <a:ext cx="2449964" cy="189464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8" name="Connector 28"/>
          <p:cNvCxnSpPr/>
          <p:nvPr/>
        </p:nvCxnSpPr>
        <p:spPr>
          <a:xfrm>
            <a:off x="6084321" y="3240119"/>
            <a:ext cx="325974" cy="126043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9" name="Connector 29"/>
          <p:cNvCxnSpPr/>
          <p:nvPr/>
        </p:nvCxnSpPr>
        <p:spPr>
          <a:xfrm>
            <a:off x="6580372" y="3468572"/>
            <a:ext cx="515526" cy="701115"/>
          </a:xfrm>
          <a:prstGeom prst="line">
            <a:avLst/>
          </a:prstGeom>
          <a:ln w="3939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40" name="Frame 01"/>
          <p:cNvSpPr/>
          <p:nvPr/>
        </p:nvSpPr>
        <p:spPr>
          <a:xfrm>
            <a:off x="973189" y="3137709"/>
            <a:ext cx="504173" cy="10241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41" name="Box 31"/>
          <p:cNvSpPr/>
          <p:nvPr/>
        </p:nvSpPr>
        <p:spPr>
          <a:xfrm>
            <a:off x="988945" y="3161342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CartScreen</a:t>
            </a:r>
          </a:p>
        </p:txBody>
      </p:sp>
      <p:sp>
        <p:nvSpPr>
          <p:cNvPr id="42" name="Frame 02"/>
          <p:cNvSpPr/>
          <p:nvPr/>
        </p:nvSpPr>
        <p:spPr>
          <a:xfrm>
            <a:off x="1564017" y="3366162"/>
            <a:ext cx="504173" cy="212698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43" name="Box 33"/>
          <p:cNvSpPr/>
          <p:nvPr/>
        </p:nvSpPr>
        <p:spPr>
          <a:xfrm>
            <a:off x="1579772" y="3389795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AddItem</a:t>
            </a:r>
          </a:p>
        </p:txBody>
      </p:sp>
      <p:sp>
        <p:nvSpPr>
          <p:cNvPr id="44" name="Box 34"/>
          <p:cNvSpPr/>
          <p:nvPr/>
        </p:nvSpPr>
        <p:spPr>
          <a:xfrm>
            <a:off x="1579772" y="3452817"/>
            <a:ext cx="472662" cy="945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404040"/>
                </a:solidFill>
              </a:rPr>
              <a:t>description: 'john'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404040"/>
                </a:solidFill>
              </a:rPr>
              <a:t>price: 20.4</a:t>
            </a:r>
          </a:p>
        </p:txBody>
      </p:sp>
      <p:sp>
        <p:nvSpPr>
          <p:cNvPr id="45" name="Frame 03"/>
          <p:cNvSpPr/>
          <p:nvPr/>
        </p:nvSpPr>
        <p:spPr>
          <a:xfrm>
            <a:off x="2154844" y="3704903"/>
            <a:ext cx="504173" cy="212698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46" name="Box 36"/>
          <p:cNvSpPr/>
          <p:nvPr/>
        </p:nvSpPr>
        <p:spPr>
          <a:xfrm>
            <a:off x="2170599" y="3728536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ItemAdded</a:t>
            </a:r>
          </a:p>
        </p:txBody>
      </p:sp>
      <p:sp>
        <p:nvSpPr>
          <p:cNvPr id="47" name="Box 37"/>
          <p:cNvSpPr/>
          <p:nvPr/>
        </p:nvSpPr>
        <p:spPr>
          <a:xfrm>
            <a:off x="2170599" y="3791558"/>
            <a:ext cx="472662" cy="945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404040"/>
                </a:solidFill>
              </a:rPr>
              <a:t>{"itemId": "42",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404040"/>
                </a:solidFill>
              </a:rPr>
              <a:t>"qty": 1}</a:t>
            </a:r>
          </a:p>
        </p:txBody>
      </p:sp>
      <p:sp>
        <p:nvSpPr>
          <p:cNvPr id="48" name="Note"/>
          <p:cNvSpPr/>
          <p:nvPr/>
        </p:nvSpPr>
        <p:spPr>
          <a:xfrm>
            <a:off x="2154844" y="3941234"/>
            <a:ext cx="504173" cy="110288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49" name="Box 39"/>
          <p:cNvSpPr/>
          <p:nvPr/>
        </p:nvSpPr>
        <p:spPr>
          <a:xfrm>
            <a:off x="2170599" y="3949112"/>
            <a:ext cx="472662" cy="94532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333333"/>
                </a:solidFill>
              </a:rPr>
              <a:t>stock reserved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333333"/>
                </a:solidFill>
              </a:rPr>
              <a:t>elsewhere</a:t>
            </a:r>
          </a:p>
        </p:txBody>
      </p:sp>
      <p:sp>
        <p:nvSpPr>
          <p:cNvPr id="50" name="Frame 04"/>
          <p:cNvSpPr/>
          <p:nvPr/>
        </p:nvSpPr>
        <p:spPr>
          <a:xfrm>
            <a:off x="2745671" y="3366162"/>
            <a:ext cx="504173" cy="102410"/>
          </a:xfrm>
          <a:prstGeom prst="roundRect">
            <a:avLst/>
          </a:prstGeom>
          <a:solidFill>
            <a:srgbClr val="B5E0A0"/>
          </a:solidFill>
          <a:ln w="9525">
            <a:solidFill>
              <a:srgbClr val="333333"/>
            </a:solidFill>
          </a:ln>
        </p:spPr>
      </p:sp>
      <p:sp>
        <p:nvSpPr>
          <p:cNvPr id="51" name="Box 41"/>
          <p:cNvSpPr/>
          <p:nvPr/>
        </p:nvSpPr>
        <p:spPr>
          <a:xfrm>
            <a:off x="2761427" y="3389795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CartItems</a:t>
            </a:r>
          </a:p>
        </p:txBody>
      </p:sp>
      <p:sp>
        <p:nvSpPr>
          <p:cNvPr id="52" name="Frame 05"/>
          <p:cNvSpPr/>
          <p:nvPr/>
        </p:nvSpPr>
        <p:spPr>
          <a:xfrm>
            <a:off x="3336498" y="3137709"/>
            <a:ext cx="504173" cy="10241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53" name="Box 43"/>
          <p:cNvSpPr/>
          <p:nvPr/>
        </p:nvSpPr>
        <p:spPr>
          <a:xfrm>
            <a:off x="3352254" y="3161342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00" dirty="0">
                <a:solidFill>
                  <a:srgbClr val="333333"/>
                </a:solidFill>
              </a:rPr>
              <a:t>CartScreenUpdated</a:t>
            </a:r>
          </a:p>
        </p:txBody>
      </p:sp>
      <p:sp>
        <p:nvSpPr>
          <p:cNvPr id="54" name="Frame 06"/>
          <p:cNvSpPr/>
          <p:nvPr/>
        </p:nvSpPr>
        <p:spPr>
          <a:xfrm>
            <a:off x="3927326" y="3137709"/>
            <a:ext cx="504173" cy="102410"/>
          </a:xfrm>
          <a:prstGeom prst="roundRect">
            <a:avLst/>
          </a:prstGeom>
          <a:solidFill>
            <a:srgbClr val="D9D9D9"/>
          </a:solidFill>
          <a:ln w="9525">
            <a:solidFill>
              <a:srgbClr val="333333"/>
            </a:solidFill>
          </a:ln>
        </p:spPr>
      </p:sp>
      <p:sp>
        <p:nvSpPr>
          <p:cNvPr id="55" name="Box 45"/>
          <p:cNvSpPr/>
          <p:nvPr/>
        </p:nvSpPr>
        <p:spPr>
          <a:xfrm>
            <a:off x="3943081" y="3161342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PriceCalculator</a:t>
            </a:r>
          </a:p>
        </p:txBody>
      </p:sp>
      <p:sp>
        <p:nvSpPr>
          <p:cNvPr id="56" name="Frame 07"/>
          <p:cNvSpPr/>
          <p:nvPr/>
        </p:nvSpPr>
        <p:spPr>
          <a:xfrm>
            <a:off x="4518153" y="3366162"/>
            <a:ext cx="504173" cy="10241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57" name="Box 47"/>
          <p:cNvSpPr/>
          <p:nvPr/>
        </p:nvSpPr>
        <p:spPr>
          <a:xfrm>
            <a:off x="4533909" y="3389795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ApplyDiscount</a:t>
            </a:r>
          </a:p>
        </p:txBody>
      </p:sp>
      <p:sp>
        <p:nvSpPr>
          <p:cNvPr id="58" name="Frame 08"/>
          <p:cNvSpPr/>
          <p:nvPr/>
        </p:nvSpPr>
        <p:spPr>
          <a:xfrm>
            <a:off x="5108980" y="4169687"/>
            <a:ext cx="504173" cy="10241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59" name="Box 49"/>
          <p:cNvSpPr/>
          <p:nvPr/>
        </p:nvSpPr>
        <p:spPr>
          <a:xfrm>
            <a:off x="5124736" y="4193320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DiscountApplied</a:t>
            </a:r>
          </a:p>
        </p:txBody>
      </p:sp>
      <p:sp>
        <p:nvSpPr>
          <p:cNvPr id="60" name="Frame 09"/>
          <p:cNvSpPr/>
          <p:nvPr/>
        </p:nvSpPr>
        <p:spPr>
          <a:xfrm>
            <a:off x="5699808" y="3137709"/>
            <a:ext cx="504173" cy="10241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</p:sp>
      <p:sp>
        <p:nvSpPr>
          <p:cNvPr id="61" name="Box 51"/>
          <p:cNvSpPr/>
          <p:nvPr/>
        </p:nvSpPr>
        <p:spPr>
          <a:xfrm>
            <a:off x="5715563" y="3161342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Checkout</a:t>
            </a:r>
          </a:p>
        </p:txBody>
      </p:sp>
      <p:sp>
        <p:nvSpPr>
          <p:cNvPr id="62" name="Frame 10"/>
          <p:cNvSpPr/>
          <p:nvPr/>
        </p:nvSpPr>
        <p:spPr>
          <a:xfrm>
            <a:off x="6290635" y="3366162"/>
            <a:ext cx="504173" cy="10241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63" name="Box 53"/>
          <p:cNvSpPr/>
          <p:nvPr/>
        </p:nvSpPr>
        <p:spPr>
          <a:xfrm>
            <a:off x="6306391" y="3389795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Pay</a:t>
            </a:r>
          </a:p>
        </p:txBody>
      </p:sp>
      <p:sp>
        <p:nvSpPr>
          <p:cNvPr id="64" name="Frame 11"/>
          <p:cNvSpPr/>
          <p:nvPr/>
        </p:nvSpPr>
        <p:spPr>
          <a:xfrm>
            <a:off x="6881462" y="4169687"/>
            <a:ext cx="504173" cy="10241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65" name="Box 55"/>
          <p:cNvSpPr/>
          <p:nvPr/>
        </p:nvSpPr>
        <p:spPr>
          <a:xfrm>
            <a:off x="6897218" y="4193320"/>
            <a:ext cx="472662" cy="551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350" dirty="0">
                <a:solidFill>
                  <a:srgbClr val="333333"/>
                </a:solidFill>
              </a:rPr>
              <a:t>Paid</a:t>
            </a:r>
          </a:p>
        </p:txBody>
      </p:sp>
      <p:sp>
        <p:nvSpPr>
          <p:cNvPr id="66" name="Box 56"/>
          <p:cNvSpPr/>
          <p:nvPr/>
        </p:nvSpPr>
        <p:spPr>
          <a:xfrm>
            <a:off x="520222" y="4350874"/>
            <a:ext cx="6908741" cy="51205"/>
          </a:xfrm>
          <a:prstGeom prst="rect">
            <a:avLst/>
          </a:prstGeom>
          <a:noFill/>
          <a:ln>
            <a:noFill/>
          </a:ln>
        </p:spPr>
        <p:txBody>
          <a:bodyPr wrap="none" lIns="7878" tIns="0" rIns="787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350" dirty="0">
                <a:solidFill>
                  <a:srgbClr val="404040"/>
                </a:solidFill>
              </a:rPr>
              <a:t>Scenario @03: Given Event ItemAdded; When Command AddItem; Then Event ItemAdded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eventmodeling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01 ui CartScreen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02 cmd AddItem [[AddItem01]]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03 evt ItemAdded -&gt;&gt; 02 {"itemId": "42", "qty": 1}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04 rmo CartItems -&gt;&gt; 03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05 ui CartScreenUpdated -&gt;&gt; 04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06 pcr PriceCalculator -&gt;&gt; 04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07 cmd ApplyDiscount -&gt;&gt; 06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08 evt Billing.DiscountApplied -&gt;&gt; 07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rf 09 ui Checkout -&gt;&gt; 04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10 cmd Pay -&gt;&gt; 09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tf 11 evt Billing.Paid -&gt;&gt; 10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data AddItem01 {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description: 'john'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price: 20.4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note 03 {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stock reserved elsewhere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gwt 03 given evt ItemAdded when cmd AddItem then evt ItemAdded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eventmodeling.md</dc:title>
  <dc:creator>md2nativedocx</dc:creator>
  <cp:lastModifiedBy>md2nativedocx</cp:lastModifiedBy>
  <dcterms:created xsi:type="dcterms:W3CDTF">2026-10-05T12:12:49Z</dcterms:created>
  <dcterms:modified xsi:type="dcterms:W3CDTF">2026-10-05T12:12:49Z</dcterms:modified>
</cp:coreProperties>
</file>