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eventmodeling</a:t>
            </a:r>
          </a:p>
        </p:txBody>
      </p:sp>
      <p:sp>
        <p:nvSpPr>
          <p:cNvPr id="11" name="Lane UI / Automation"/>
          <p:cNvSpPr/>
          <p:nvPr/>
        </p:nvSpPr>
        <p:spPr>
          <a:xfrm>
            <a:off x="457200" y="2688653"/>
            <a:ext cx="11277600" cy="366238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2" name="Box 2"/>
          <p:cNvSpPr/>
          <p:nvPr/>
        </p:nvSpPr>
        <p:spPr>
          <a:xfrm>
            <a:off x="495087" y="2783370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UI / Automation</a:t>
            </a:r>
          </a:p>
        </p:txBody>
      </p:sp>
      <p:sp>
        <p:nvSpPr>
          <p:cNvPr id="13" name="Lane Command / Read Model"/>
          <p:cNvSpPr/>
          <p:nvPr/>
        </p:nvSpPr>
        <p:spPr>
          <a:xfrm>
            <a:off x="457200" y="3054891"/>
            <a:ext cx="11277600" cy="54304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4" name="Box 4"/>
          <p:cNvSpPr/>
          <p:nvPr/>
        </p:nvSpPr>
        <p:spPr>
          <a:xfrm>
            <a:off x="495087" y="3238010"/>
            <a:ext cx="681960" cy="176804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Command / Read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Model</a:t>
            </a:r>
          </a:p>
        </p:txBody>
      </p:sp>
      <p:sp>
        <p:nvSpPr>
          <p:cNvPr id="15" name="Lane Events"/>
          <p:cNvSpPr/>
          <p:nvPr/>
        </p:nvSpPr>
        <p:spPr>
          <a:xfrm>
            <a:off x="457200" y="3597933"/>
            <a:ext cx="11277600" cy="745105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6" name="Box 6"/>
          <p:cNvSpPr/>
          <p:nvPr/>
        </p:nvSpPr>
        <p:spPr>
          <a:xfrm>
            <a:off x="495087" y="3882083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Events</a:t>
            </a:r>
          </a:p>
        </p:txBody>
      </p:sp>
      <p:sp>
        <p:nvSpPr>
          <p:cNvPr id="17" name="Lane Billing / Events"/>
          <p:cNvSpPr/>
          <p:nvPr/>
        </p:nvSpPr>
        <p:spPr>
          <a:xfrm>
            <a:off x="457200" y="4343038"/>
            <a:ext cx="11277600" cy="366238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8" name="Box 8"/>
          <p:cNvSpPr/>
          <p:nvPr/>
        </p:nvSpPr>
        <p:spPr>
          <a:xfrm>
            <a:off x="495087" y="4437755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Billing / Events</a:t>
            </a:r>
          </a:p>
        </p:txBody>
      </p:sp>
      <p:sp>
        <p:nvSpPr>
          <p:cNvPr id="19" name="Box 9"/>
          <p:cNvSpPr/>
          <p:nvPr/>
        </p:nvSpPr>
        <p:spPr>
          <a:xfrm>
            <a:off x="1214933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01</a:t>
            </a:r>
          </a:p>
        </p:txBody>
      </p:sp>
      <p:sp>
        <p:nvSpPr>
          <p:cNvPr id="20" name="Box 10"/>
          <p:cNvSpPr/>
          <p:nvPr/>
        </p:nvSpPr>
        <p:spPr>
          <a:xfrm>
            <a:off x="2162100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02</a:t>
            </a:r>
          </a:p>
        </p:txBody>
      </p:sp>
      <p:sp>
        <p:nvSpPr>
          <p:cNvPr id="21" name="Box 11"/>
          <p:cNvSpPr/>
          <p:nvPr/>
        </p:nvSpPr>
        <p:spPr>
          <a:xfrm>
            <a:off x="3109267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03</a:t>
            </a:r>
          </a:p>
        </p:txBody>
      </p:sp>
      <p:sp>
        <p:nvSpPr>
          <p:cNvPr id="22" name="Box 12"/>
          <p:cNvSpPr/>
          <p:nvPr/>
        </p:nvSpPr>
        <p:spPr>
          <a:xfrm>
            <a:off x="4056434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04</a:t>
            </a:r>
          </a:p>
        </p:txBody>
      </p:sp>
      <p:sp>
        <p:nvSpPr>
          <p:cNvPr id="23" name="Box 13"/>
          <p:cNvSpPr/>
          <p:nvPr/>
        </p:nvSpPr>
        <p:spPr>
          <a:xfrm>
            <a:off x="50036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05</a:t>
            </a:r>
          </a:p>
        </p:txBody>
      </p:sp>
      <p:sp>
        <p:nvSpPr>
          <p:cNvPr id="24" name="Box 14"/>
          <p:cNvSpPr/>
          <p:nvPr/>
        </p:nvSpPr>
        <p:spPr>
          <a:xfrm>
            <a:off x="59507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06</a:t>
            </a:r>
          </a:p>
        </p:txBody>
      </p:sp>
      <p:sp>
        <p:nvSpPr>
          <p:cNvPr id="25" name="Box 15"/>
          <p:cNvSpPr/>
          <p:nvPr/>
        </p:nvSpPr>
        <p:spPr>
          <a:xfrm>
            <a:off x="68979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07</a:t>
            </a:r>
          </a:p>
        </p:txBody>
      </p:sp>
      <p:sp>
        <p:nvSpPr>
          <p:cNvPr id="26" name="Box 16"/>
          <p:cNvSpPr/>
          <p:nvPr/>
        </p:nvSpPr>
        <p:spPr>
          <a:xfrm>
            <a:off x="78451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08</a:t>
            </a:r>
          </a:p>
        </p:txBody>
      </p:sp>
      <p:sp>
        <p:nvSpPr>
          <p:cNvPr id="27" name="Box 17"/>
          <p:cNvSpPr/>
          <p:nvPr/>
        </p:nvSpPr>
        <p:spPr>
          <a:xfrm>
            <a:off x="87922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09 (reset)</a:t>
            </a:r>
          </a:p>
        </p:txBody>
      </p:sp>
      <p:sp>
        <p:nvSpPr>
          <p:cNvPr id="28" name="Box 18"/>
          <p:cNvSpPr/>
          <p:nvPr/>
        </p:nvSpPr>
        <p:spPr>
          <a:xfrm>
            <a:off x="97394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10</a:t>
            </a:r>
          </a:p>
        </p:txBody>
      </p:sp>
      <p:sp>
        <p:nvSpPr>
          <p:cNvPr id="29" name="Box 19"/>
          <p:cNvSpPr/>
          <p:nvPr/>
        </p:nvSpPr>
        <p:spPr>
          <a:xfrm>
            <a:off x="10686602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11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1859533" y="2953860"/>
            <a:ext cx="420963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1" name="Connector 21"/>
          <p:cNvCxnSpPr/>
          <p:nvPr/>
        </p:nvCxnSpPr>
        <p:spPr>
          <a:xfrm>
            <a:off x="2933050" y="3496902"/>
            <a:ext cx="352434" cy="202063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2" name="Connector 22"/>
          <p:cNvCxnSpPr/>
          <p:nvPr/>
        </p:nvCxnSpPr>
        <p:spPr>
          <a:xfrm flipV="1">
            <a:off x="3838586" y="3320098"/>
            <a:ext cx="568300" cy="378867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3" name="Connector 23"/>
          <p:cNvCxnSpPr/>
          <p:nvPr/>
        </p:nvCxnSpPr>
        <p:spPr>
          <a:xfrm flipV="1">
            <a:off x="4742313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4" name="Connector 24"/>
          <p:cNvCxnSpPr/>
          <p:nvPr/>
        </p:nvCxnSpPr>
        <p:spPr>
          <a:xfrm flipV="1">
            <a:off x="4934142" y="2949903"/>
            <a:ext cx="1086085" cy="209976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5" name="Connector 25"/>
          <p:cNvCxnSpPr/>
          <p:nvPr/>
        </p:nvCxnSpPr>
        <p:spPr>
          <a:xfrm>
            <a:off x="6636647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7431877" y="3320098"/>
            <a:ext cx="826449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7" name="Connector 27"/>
          <p:cNvCxnSpPr/>
          <p:nvPr/>
        </p:nvCxnSpPr>
        <p:spPr>
          <a:xfrm flipV="1">
            <a:off x="4934142" y="2903024"/>
            <a:ext cx="3927585" cy="303734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8" name="Connector 28"/>
          <p:cNvCxnSpPr/>
          <p:nvPr/>
        </p:nvCxnSpPr>
        <p:spPr>
          <a:xfrm>
            <a:off x="9478148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9" name="Connector 29"/>
          <p:cNvCxnSpPr/>
          <p:nvPr/>
        </p:nvCxnSpPr>
        <p:spPr>
          <a:xfrm>
            <a:off x="10273377" y="3320098"/>
            <a:ext cx="826450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40" name="Frame 01"/>
          <p:cNvSpPr/>
          <p:nvPr/>
        </p:nvSpPr>
        <p:spPr>
          <a:xfrm>
            <a:off x="1284392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41" name="Box 31"/>
          <p:cNvSpPr/>
          <p:nvPr/>
        </p:nvSpPr>
        <p:spPr>
          <a:xfrm>
            <a:off x="1309650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CartScreen</a:t>
            </a:r>
          </a:p>
        </p:txBody>
      </p:sp>
      <p:sp>
        <p:nvSpPr>
          <p:cNvPr id="42" name="Frame 02"/>
          <p:cNvSpPr/>
          <p:nvPr/>
        </p:nvSpPr>
        <p:spPr>
          <a:xfrm>
            <a:off x="2231559" y="3155922"/>
            <a:ext cx="808249" cy="340980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43" name="Box 33"/>
          <p:cNvSpPr/>
          <p:nvPr/>
        </p:nvSpPr>
        <p:spPr>
          <a:xfrm>
            <a:off x="2256817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AddItem</a:t>
            </a:r>
          </a:p>
        </p:txBody>
      </p:sp>
      <p:sp>
        <p:nvSpPr>
          <p:cNvPr id="44" name="Box 34"/>
          <p:cNvSpPr/>
          <p:nvPr/>
        </p:nvSpPr>
        <p:spPr>
          <a:xfrm>
            <a:off x="2256817" y="329484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description: 'john'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price: 20.4</a:t>
            </a:r>
          </a:p>
        </p:txBody>
      </p:sp>
      <p:sp>
        <p:nvSpPr>
          <p:cNvPr id="45" name="Frame 03"/>
          <p:cNvSpPr/>
          <p:nvPr/>
        </p:nvSpPr>
        <p:spPr>
          <a:xfrm>
            <a:off x="3178726" y="3698965"/>
            <a:ext cx="808249" cy="340980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46" name="Box 36"/>
          <p:cNvSpPr/>
          <p:nvPr/>
        </p:nvSpPr>
        <p:spPr>
          <a:xfrm>
            <a:off x="3203984" y="373685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ItemAdded</a:t>
            </a:r>
          </a:p>
        </p:txBody>
      </p:sp>
      <p:sp>
        <p:nvSpPr>
          <p:cNvPr id="47" name="Box 37"/>
          <p:cNvSpPr/>
          <p:nvPr/>
        </p:nvSpPr>
        <p:spPr>
          <a:xfrm>
            <a:off x="3203984" y="3837882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{"itemId": "42",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"qty": 1}</a:t>
            </a:r>
          </a:p>
        </p:txBody>
      </p:sp>
      <p:sp>
        <p:nvSpPr>
          <p:cNvPr id="48" name="Note"/>
          <p:cNvSpPr/>
          <p:nvPr/>
        </p:nvSpPr>
        <p:spPr>
          <a:xfrm>
            <a:off x="3178726" y="4077831"/>
            <a:ext cx="808249" cy="176804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49" name="Box 39"/>
          <p:cNvSpPr/>
          <p:nvPr/>
        </p:nvSpPr>
        <p:spPr>
          <a:xfrm>
            <a:off x="3203984" y="409046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stock reserved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elsewhere</a:t>
            </a:r>
          </a:p>
        </p:txBody>
      </p:sp>
      <p:sp>
        <p:nvSpPr>
          <p:cNvPr id="50" name="Frame 04"/>
          <p:cNvSpPr/>
          <p:nvPr/>
        </p:nvSpPr>
        <p:spPr>
          <a:xfrm>
            <a:off x="4125893" y="3155922"/>
            <a:ext cx="808249" cy="164176"/>
          </a:xfrm>
          <a:prstGeom prst="roundRect">
            <a:avLst/>
          </a:prstGeom>
          <a:solidFill>
            <a:srgbClr val="B5E0A0"/>
          </a:solidFill>
          <a:ln w="9525">
            <a:solidFill>
              <a:srgbClr val="333333"/>
            </a:solidFill>
          </a:ln>
        </p:spPr>
      </p:sp>
      <p:sp>
        <p:nvSpPr>
          <p:cNvPr id="51" name="Box 41"/>
          <p:cNvSpPr/>
          <p:nvPr/>
        </p:nvSpPr>
        <p:spPr>
          <a:xfrm>
            <a:off x="41511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CartItems</a:t>
            </a:r>
          </a:p>
        </p:txBody>
      </p:sp>
      <p:sp>
        <p:nvSpPr>
          <p:cNvPr id="52" name="Frame 05"/>
          <p:cNvSpPr/>
          <p:nvPr/>
        </p:nvSpPr>
        <p:spPr>
          <a:xfrm>
            <a:off x="5073060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53" name="Box 43"/>
          <p:cNvSpPr/>
          <p:nvPr/>
        </p:nvSpPr>
        <p:spPr>
          <a:xfrm>
            <a:off x="5098318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333333"/>
                </a:solidFill>
              </a:rPr>
              <a:t>CartScreenUpdated</a:t>
            </a:r>
          </a:p>
        </p:txBody>
      </p:sp>
      <p:sp>
        <p:nvSpPr>
          <p:cNvPr id="54" name="Frame 06"/>
          <p:cNvSpPr/>
          <p:nvPr/>
        </p:nvSpPr>
        <p:spPr>
          <a:xfrm>
            <a:off x="6020227" y="2789684"/>
            <a:ext cx="808249" cy="164176"/>
          </a:xfrm>
          <a:prstGeom prst="roundRect">
            <a:avLst/>
          </a:prstGeom>
          <a:solidFill>
            <a:srgbClr val="D9D9D9"/>
          </a:solidFill>
          <a:ln w="9525">
            <a:solidFill>
              <a:srgbClr val="333333"/>
            </a:solidFill>
          </a:ln>
        </p:spPr>
      </p:sp>
      <p:sp>
        <p:nvSpPr>
          <p:cNvPr id="55" name="Box 45"/>
          <p:cNvSpPr/>
          <p:nvPr/>
        </p:nvSpPr>
        <p:spPr>
          <a:xfrm>
            <a:off x="6045484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PriceCalculator</a:t>
            </a:r>
          </a:p>
        </p:txBody>
      </p:sp>
      <p:sp>
        <p:nvSpPr>
          <p:cNvPr id="56" name="Frame 07"/>
          <p:cNvSpPr/>
          <p:nvPr/>
        </p:nvSpPr>
        <p:spPr>
          <a:xfrm>
            <a:off x="69673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57" name="Box 47"/>
          <p:cNvSpPr/>
          <p:nvPr/>
        </p:nvSpPr>
        <p:spPr>
          <a:xfrm>
            <a:off x="69926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ApplyDiscount</a:t>
            </a:r>
          </a:p>
        </p:txBody>
      </p:sp>
      <p:sp>
        <p:nvSpPr>
          <p:cNvPr id="58" name="Frame 08"/>
          <p:cNvSpPr/>
          <p:nvPr/>
        </p:nvSpPr>
        <p:spPr>
          <a:xfrm>
            <a:off x="7914560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59" name="Box 49"/>
          <p:cNvSpPr/>
          <p:nvPr/>
        </p:nvSpPr>
        <p:spPr>
          <a:xfrm>
            <a:off x="7939818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DiscountApplied</a:t>
            </a:r>
          </a:p>
        </p:txBody>
      </p:sp>
      <p:sp>
        <p:nvSpPr>
          <p:cNvPr id="60" name="Frame 09"/>
          <p:cNvSpPr/>
          <p:nvPr/>
        </p:nvSpPr>
        <p:spPr>
          <a:xfrm>
            <a:off x="8861727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</p:spPr>
      </p:sp>
      <p:sp>
        <p:nvSpPr>
          <p:cNvPr id="61" name="Box 51"/>
          <p:cNvSpPr/>
          <p:nvPr/>
        </p:nvSpPr>
        <p:spPr>
          <a:xfrm>
            <a:off x="8886985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Checkout</a:t>
            </a:r>
          </a:p>
        </p:txBody>
      </p:sp>
      <p:sp>
        <p:nvSpPr>
          <p:cNvPr id="62" name="Frame 10"/>
          <p:cNvSpPr/>
          <p:nvPr/>
        </p:nvSpPr>
        <p:spPr>
          <a:xfrm>
            <a:off x="98088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63" name="Box 53"/>
          <p:cNvSpPr/>
          <p:nvPr/>
        </p:nvSpPr>
        <p:spPr>
          <a:xfrm>
            <a:off x="9834152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Pay</a:t>
            </a:r>
          </a:p>
        </p:txBody>
      </p:sp>
      <p:sp>
        <p:nvSpPr>
          <p:cNvPr id="64" name="Frame 11"/>
          <p:cNvSpPr/>
          <p:nvPr/>
        </p:nvSpPr>
        <p:spPr>
          <a:xfrm>
            <a:off x="10756061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65" name="Box 55"/>
          <p:cNvSpPr/>
          <p:nvPr/>
        </p:nvSpPr>
        <p:spPr>
          <a:xfrm>
            <a:off x="10781319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Paid</a:t>
            </a:r>
          </a:p>
        </p:txBody>
      </p:sp>
      <p:sp>
        <p:nvSpPr>
          <p:cNvPr id="66" name="Box 56"/>
          <p:cNvSpPr/>
          <p:nvPr/>
        </p:nvSpPr>
        <p:spPr>
          <a:xfrm>
            <a:off x="558231" y="4734534"/>
            <a:ext cx="11075538" cy="82088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550" dirty="0">
                <a:solidFill>
                  <a:srgbClr val="404040"/>
                </a:solidFill>
              </a:rPr>
              <a:t>Scenario @03: Given Event ItemAdded; When Command AddItem; Then Event ItemAdded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eventmodeling.md</dc:title>
  <dc:creator>md2nativedocx</dc:creator>
  <cp:lastModifiedBy>md2nativedocx</cp:lastModifiedBy>
  <dcterms:created xsi:type="dcterms:W3CDTF">2026-10-05T11:54:23Z</dcterms:created>
  <dcterms:modified xsi:type="dcterms:W3CDTF">2026-10-05T11:54:23Z</dcterms:modified>
</cp:coreProperties>
</file>