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er-diagram</a:t>
            </a:r>
          </a:p>
        </p:txBody>
      </p:sp>
      <p:cxnSp>
        <p:nvCxnSpPr>
          <p:cNvPr id="11" name="Connector 1"/>
          <p:cNvCxnSpPr/>
          <p:nvPr/>
        </p:nvCxnSpPr>
        <p:spPr>
          <a:xfrm flipH="1">
            <a:off x="6011059" y="240395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diamond" w="lg" len="lg"/>
          </a:ln>
        </p:spPr>
      </p:cxnSp>
      <p:sp>
        <p:nvSpPr>
          <p:cNvPr id="12" name="Text 2"/>
          <p:cNvSpPr txBox="1"/>
          <p:nvPr/>
        </p:nvSpPr>
        <p:spPr>
          <a:xfrm>
            <a:off x="5896695" y="2672563"/>
            <a:ext cx="438363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places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011059" y="427344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triangle" w="lg" len="lg"/>
          </a:ln>
        </p:spPr>
      </p:cxnSp>
      <p:sp>
        <p:nvSpPr>
          <p:cNvPr id="14" name="Text 4"/>
          <p:cNvSpPr txBox="1"/>
          <p:nvPr/>
        </p:nvSpPr>
        <p:spPr>
          <a:xfrm>
            <a:off x="5845123" y="4542053"/>
            <a:ext cx="541508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contains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6376423" y="2403958"/>
            <a:ext cx="1" cy="2621585"/>
          </a:xfrm>
          <a:prstGeom prst="line">
            <a:avLst/>
          </a:prstGeom>
          <a:ln w="10744">
            <a:solidFill>
              <a:srgbClr val="2F5496"/>
            </a:solidFill>
            <a:prstDash val="dash"/>
            <a:headEnd type="triangle" w="lg" len="lg"/>
            <a:tailEnd type="triangle" w="lg" len="lg"/>
          </a:ln>
        </p:spPr>
      </p:cxnSp>
      <p:sp>
        <p:nvSpPr>
          <p:cNvPr id="16" name="Text 6"/>
          <p:cNvSpPr txBox="1"/>
          <p:nvPr/>
        </p:nvSpPr>
        <p:spPr>
          <a:xfrm>
            <a:off x="6131455" y="3607308"/>
            <a:ext cx="489936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reviews</a:t>
            </a:r>
          </a:p>
        </p:txBody>
      </p:sp>
      <p:sp>
        <p:nvSpPr>
          <p:cNvPr id="17" name="CUSTOMER"/>
          <p:cNvSpPr/>
          <p:nvPr/>
        </p:nvSpPr>
        <p:spPr>
          <a:xfrm>
            <a:off x="5791939" y="1286561"/>
            <a:ext cx="1168969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18" name="CUSTOMER title"/>
          <p:cNvSpPr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791939" y="1625003"/>
            <a:ext cx="1168969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899381" y="1630375"/>
            <a:ext cx="954085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UK string email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name</a:t>
            </a:r>
          </a:p>
        </p:txBody>
      </p:sp>
      <p:sp>
        <p:nvSpPr>
          <p:cNvPr id="22" name="ORDER"/>
          <p:cNvSpPr/>
          <p:nvPr/>
        </p:nvSpPr>
        <p:spPr>
          <a:xfrm>
            <a:off x="5189190" y="3156052"/>
            <a:ext cx="1332281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3" name="ORDER title"/>
          <p:cNvSpPr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189190" y="3494493"/>
            <a:ext cx="1332281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ORDER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296632" y="3499866"/>
            <a:ext cx="1117397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customer_id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status</a:t>
            </a:r>
          </a:p>
        </p:txBody>
      </p:sp>
      <p:sp>
        <p:nvSpPr>
          <p:cNvPr id="27" name="LINE-ITEM"/>
          <p:cNvSpPr/>
          <p:nvPr/>
        </p:nvSpPr>
        <p:spPr>
          <a:xfrm>
            <a:off x="5750037" y="5025542"/>
            <a:ext cx="1252774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8" name="LINE-ITEM title"/>
          <p:cNvSpPr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750037" y="5363984"/>
            <a:ext cx="1252774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LINE-ITEM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857479" y="5369357"/>
            <a:ext cx="1037890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order_id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product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er-diagram.md</dc:title>
  <dc:creator>md2nativedocx</dc:creator>
  <cp:lastModifiedBy>md2nativedocx</cp:lastModifiedBy>
  <dcterms:created xsi:type="dcterms:W3CDTF">2026-10-05T11:54:22Z</dcterms:created>
  <dcterms:modified xsi:type="dcterms:W3CDTF">2026-10-05T11:54:22Z</dcterms:modified>
</cp:coreProperties>
</file>