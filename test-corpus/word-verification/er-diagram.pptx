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er-diagram</a:t>
            </a:r>
          </a:p>
        </p:txBody>
      </p:sp>
      <p:cxnSp>
        <p:nvCxnSpPr>
          <p:cNvPr id="11" name="Connector 1"/>
          <p:cNvCxnSpPr/>
          <p:nvPr/>
        </p:nvCxnSpPr>
        <p:spPr>
          <a:xfrm flipH="1">
            <a:off x="3889651" y="2403958"/>
            <a:ext cx="209635" cy="752094"/>
          </a:xfrm>
          <a:prstGeom prst="line">
            <a:avLst/>
          </a:prstGeom>
          <a:ln w="10744">
            <a:solidFill>
              <a:srgbClr val="2F5496"/>
            </a:solidFill>
            <a:prstDash val="solid"/>
            <a:tailEnd type="diamond" w="lg" len="lg"/>
          </a:ln>
        </p:spPr>
      </p:cxnSp>
      <p:sp>
        <p:nvSpPr>
          <p:cNvPr id="12" name="Text 2"/>
          <p:cNvSpPr txBox="1"/>
          <p:nvPr/>
        </p:nvSpPr>
        <p:spPr>
          <a:xfrm>
            <a:off x="3775287" y="2672563"/>
            <a:ext cx="438363" cy="2148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2" dirty="0">
                <a:solidFill>
                  <a:srgbClr val="000000"/>
                </a:solidFill>
              </a:rPr>
              <a:t>places</a:t>
            </a:r>
          </a:p>
        </p:txBody>
      </p:sp>
      <p:cxnSp>
        <p:nvCxnSpPr>
          <p:cNvPr id="13" name="Connector 3"/>
          <p:cNvCxnSpPr/>
          <p:nvPr/>
        </p:nvCxnSpPr>
        <p:spPr>
          <a:xfrm>
            <a:off x="3889651" y="4273448"/>
            <a:ext cx="209635" cy="752094"/>
          </a:xfrm>
          <a:prstGeom prst="line">
            <a:avLst/>
          </a:prstGeom>
          <a:ln w="10744">
            <a:solidFill>
              <a:srgbClr val="2F5496"/>
            </a:solidFill>
            <a:prstDash val="solid"/>
            <a:tailEnd type="triangle" w="lg" len="lg"/>
          </a:ln>
        </p:spPr>
      </p:cxnSp>
      <p:sp>
        <p:nvSpPr>
          <p:cNvPr id="14" name="Text 4"/>
          <p:cNvSpPr txBox="1"/>
          <p:nvPr/>
        </p:nvSpPr>
        <p:spPr>
          <a:xfrm>
            <a:off x="3723715" y="4542053"/>
            <a:ext cx="541508" cy="2148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2" dirty="0">
                <a:solidFill>
                  <a:srgbClr val="000000"/>
                </a:solidFill>
              </a:rPr>
              <a:t>contains</a:t>
            </a:r>
          </a:p>
        </p:txBody>
      </p:sp>
      <p:cxnSp>
        <p:nvCxnSpPr>
          <p:cNvPr id="15" name="Connector 5"/>
          <p:cNvCxnSpPr/>
          <p:nvPr/>
        </p:nvCxnSpPr>
        <p:spPr>
          <a:xfrm>
            <a:off x="4255015" y="2403958"/>
            <a:ext cx="1" cy="2621585"/>
          </a:xfrm>
          <a:prstGeom prst="line">
            <a:avLst/>
          </a:prstGeom>
          <a:ln w="10744">
            <a:solidFill>
              <a:srgbClr val="2F5496"/>
            </a:solidFill>
            <a:prstDash val="dash"/>
            <a:headEnd type="triangle" w="lg" len="lg"/>
            <a:tailEnd type="triangle" w="lg" len="lg"/>
          </a:ln>
        </p:spPr>
      </p:cxnSp>
      <p:sp>
        <p:nvSpPr>
          <p:cNvPr id="16" name="Text 6"/>
          <p:cNvSpPr txBox="1"/>
          <p:nvPr/>
        </p:nvSpPr>
        <p:spPr>
          <a:xfrm>
            <a:off x="4010047" y="3607308"/>
            <a:ext cx="489936" cy="2148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2" dirty="0">
                <a:solidFill>
                  <a:srgbClr val="000000"/>
                </a:solidFill>
              </a:rPr>
              <a:t>reviews</a:t>
            </a:r>
          </a:p>
        </p:txBody>
      </p:sp>
      <p:sp>
        <p:nvSpPr>
          <p:cNvPr id="17" name="CUSTOMER"/>
          <p:cNvSpPr/>
          <p:nvPr/>
        </p:nvSpPr>
        <p:spPr>
          <a:xfrm>
            <a:off x="3670531" y="1286561"/>
            <a:ext cx="1168969" cy="1117397"/>
          </a:xfrm>
          <a:prstGeom prst="rect">
            <a:avLst/>
          </a:prstGeom>
          <a:solidFill>
            <a:srgbClr val="FFFFFF"/>
          </a:solidFill>
          <a:ln w="10744">
            <a:solidFill>
              <a:srgbClr val="2F5496"/>
            </a:solidFill>
          </a:ln>
        </p:spPr>
      </p:sp>
      <p:sp>
        <p:nvSpPr>
          <p:cNvPr id="18" name="CUSTOMER title"/>
          <p:cNvSpPr/>
          <p:nvPr/>
        </p:nvSpPr>
        <p:spPr>
          <a:xfrm>
            <a:off x="3670531" y="1286561"/>
            <a:ext cx="1168969" cy="343814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19" name="Divider"/>
          <p:cNvSpPr/>
          <p:nvPr/>
        </p:nvSpPr>
        <p:spPr>
          <a:xfrm>
            <a:off x="3670531" y="1625003"/>
            <a:ext cx="1168969" cy="1074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0" name="Text 10"/>
          <p:cNvSpPr txBox="1"/>
          <p:nvPr/>
        </p:nvSpPr>
        <p:spPr>
          <a:xfrm>
            <a:off x="3670531" y="1286561"/>
            <a:ext cx="1168969" cy="343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241" dirty="0">
                <a:solidFill>
                  <a:srgbClr val="000000"/>
                </a:solidFill>
              </a:rPr>
              <a:t>CUSTOMER</a:t>
            </a:r>
          </a:p>
        </p:txBody>
      </p:sp>
      <p:sp>
        <p:nvSpPr>
          <p:cNvPr id="21" name="Text 11"/>
          <p:cNvSpPr txBox="1"/>
          <p:nvPr/>
        </p:nvSpPr>
        <p:spPr>
          <a:xfrm>
            <a:off x="3777973" y="1630375"/>
            <a:ext cx="954085" cy="773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PK int 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UK string email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string name</a:t>
            </a:r>
          </a:p>
        </p:txBody>
      </p:sp>
      <p:sp>
        <p:nvSpPr>
          <p:cNvPr id="22" name="ORDER"/>
          <p:cNvSpPr/>
          <p:nvPr/>
        </p:nvSpPr>
        <p:spPr>
          <a:xfrm>
            <a:off x="3067782" y="3156052"/>
            <a:ext cx="1332281" cy="1117397"/>
          </a:xfrm>
          <a:prstGeom prst="rect">
            <a:avLst/>
          </a:prstGeom>
          <a:solidFill>
            <a:srgbClr val="FFFFFF"/>
          </a:solidFill>
          <a:ln w="10744">
            <a:solidFill>
              <a:srgbClr val="2F5496"/>
            </a:solidFill>
          </a:ln>
        </p:spPr>
      </p:sp>
      <p:sp>
        <p:nvSpPr>
          <p:cNvPr id="23" name="ORDER title"/>
          <p:cNvSpPr/>
          <p:nvPr/>
        </p:nvSpPr>
        <p:spPr>
          <a:xfrm>
            <a:off x="3067782" y="3156052"/>
            <a:ext cx="1332281" cy="343814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4" name="Divider"/>
          <p:cNvSpPr/>
          <p:nvPr/>
        </p:nvSpPr>
        <p:spPr>
          <a:xfrm>
            <a:off x="3067782" y="3494493"/>
            <a:ext cx="1332281" cy="1074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5" name="Text 15"/>
          <p:cNvSpPr txBox="1"/>
          <p:nvPr/>
        </p:nvSpPr>
        <p:spPr>
          <a:xfrm>
            <a:off x="3067782" y="3156052"/>
            <a:ext cx="1332281" cy="343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241" dirty="0">
                <a:solidFill>
                  <a:srgbClr val="000000"/>
                </a:solidFill>
              </a:rPr>
              <a:t>ORDER</a:t>
            </a:r>
          </a:p>
        </p:txBody>
      </p:sp>
      <p:sp>
        <p:nvSpPr>
          <p:cNvPr id="26" name="Text 16"/>
          <p:cNvSpPr txBox="1"/>
          <p:nvPr/>
        </p:nvSpPr>
        <p:spPr>
          <a:xfrm>
            <a:off x="3175224" y="3499866"/>
            <a:ext cx="1117397" cy="773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PK int 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FK int customer_id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string status</a:t>
            </a:r>
          </a:p>
        </p:txBody>
      </p:sp>
      <p:sp>
        <p:nvSpPr>
          <p:cNvPr id="27" name="LINE-ITEM"/>
          <p:cNvSpPr/>
          <p:nvPr/>
        </p:nvSpPr>
        <p:spPr>
          <a:xfrm>
            <a:off x="3628629" y="5025542"/>
            <a:ext cx="1252774" cy="1117397"/>
          </a:xfrm>
          <a:prstGeom prst="rect">
            <a:avLst/>
          </a:prstGeom>
          <a:solidFill>
            <a:srgbClr val="FFFFFF"/>
          </a:solidFill>
          <a:ln w="10744">
            <a:solidFill>
              <a:srgbClr val="2F5496"/>
            </a:solidFill>
          </a:ln>
        </p:spPr>
      </p:sp>
      <p:sp>
        <p:nvSpPr>
          <p:cNvPr id="28" name="LINE-ITEM title"/>
          <p:cNvSpPr/>
          <p:nvPr/>
        </p:nvSpPr>
        <p:spPr>
          <a:xfrm>
            <a:off x="3628629" y="5025542"/>
            <a:ext cx="1252774" cy="343814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9" name="Divider"/>
          <p:cNvSpPr/>
          <p:nvPr/>
        </p:nvSpPr>
        <p:spPr>
          <a:xfrm>
            <a:off x="3628629" y="5363984"/>
            <a:ext cx="1252774" cy="1074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0" name="Text 20"/>
          <p:cNvSpPr txBox="1"/>
          <p:nvPr/>
        </p:nvSpPr>
        <p:spPr>
          <a:xfrm>
            <a:off x="3628629" y="5025542"/>
            <a:ext cx="1252774" cy="343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241" dirty="0">
                <a:solidFill>
                  <a:srgbClr val="000000"/>
                </a:solidFill>
              </a:rPr>
              <a:t>LINE-ITEM</a:t>
            </a:r>
          </a:p>
        </p:txBody>
      </p:sp>
      <p:sp>
        <p:nvSpPr>
          <p:cNvPr id="31" name="Text 21"/>
          <p:cNvSpPr txBox="1"/>
          <p:nvPr/>
        </p:nvSpPr>
        <p:spPr>
          <a:xfrm>
            <a:off x="3736071" y="5369357"/>
            <a:ext cx="1037890" cy="773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PK int 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FK int order_id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string product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erDiagram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CUSTOMER {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int id PK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string email UK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string name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ORDER {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int id PK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int customer_id FK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string status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LINE-ITEM {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int id PK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int order_id FK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string product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CUSTOMER ||--o{ ORDER : places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ORDER ||--|{ LINE-ITEM : contains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CUSTOMER }|..|{ LINE-ITEM : "reviews"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er-diagram.md</dc:title>
  <dc:creator>md2nativedocx</dc:creator>
  <cp:lastModifiedBy>md2nativedocx</cp:lastModifiedBy>
  <dcterms:created xsi:type="dcterms:W3CDTF">2026-10-05T12:12:48Z</dcterms:created>
  <dcterms:modified xsi:type="dcterms:W3CDTF">2026-10-05T12:12:48Z</dcterms:modified>
</cp:coreProperties>
</file>