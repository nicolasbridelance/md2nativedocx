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Word verification — medium-realistic</a:t>
            </a:r>
          </a:p>
        </p:txBody>
      </p:sp>
      <p:sp>
        <p:nvSpPr>
          <p:cNvPr id="12" name="Demarrer" descr="Start"/>
          <p:cNvSpPr/>
          <p:nvPr/>
        </p:nvSpPr>
        <p:spPr>
          <a:xfrm>
            <a:off x="2396891" y="1028700"/>
            <a:ext cx="469980" cy="235618"/>
          </a:xfrm>
          <a:prstGeom prst="roundRect">
            <a:avLst/>
          </a:prstGeom>
          <a:solidFill>
            <a:srgbClr val="C6E0B4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Demarrer</a:t>
            </a:r>
          </a:p>
        </p:txBody>
      </p:sp>
      <p:sp>
        <p:nvSpPr>
          <p:cNvPr id="13" name="Lire config" descr="Lire"/>
          <p:cNvSpPr/>
          <p:nvPr/>
        </p:nvSpPr>
        <p:spPr>
          <a:xfrm>
            <a:off x="2340343" y="1515645"/>
            <a:ext cx="583077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Lire config</a:t>
            </a:r>
          </a:p>
        </p:txBody>
      </p:sp>
      <p:sp>
        <p:nvSpPr>
          <p:cNvPr id="14" name="Config valide?" descr="Valider"/>
          <p:cNvSpPr/>
          <p:nvPr/>
        </p:nvSpPr>
        <p:spPr>
          <a:xfrm>
            <a:off x="2214679" y="2002589"/>
            <a:ext cx="834403" cy="659732"/>
          </a:xfrm>
          <a:prstGeom prst="diamond">
            <a:avLst/>
          </a:prstGeom>
          <a:solidFill>
            <a:srgbClr val="FFE699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Config valide?</a:t>
            </a:r>
          </a:p>
        </p:txBody>
      </p:sp>
      <p:sp>
        <p:nvSpPr>
          <p:cNvPr id="15" name="Log erreur" descr="Erreur"/>
          <p:cNvSpPr/>
          <p:nvPr/>
        </p:nvSpPr>
        <p:spPr>
          <a:xfrm>
            <a:off x="2791473" y="5678237"/>
            <a:ext cx="537838" cy="235618"/>
          </a:xfrm>
          <a:prstGeom prst="rect">
            <a:avLst/>
          </a:prstGeom>
          <a:solidFill>
            <a:srgbClr val="C6E0B4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Log erreur</a:t>
            </a:r>
          </a:p>
        </p:txBody>
      </p:sp>
      <p:sp>
        <p:nvSpPr>
          <p:cNvPr id="16" name="Arreter" descr="Stop"/>
          <p:cNvSpPr/>
          <p:nvPr/>
        </p:nvSpPr>
        <p:spPr>
          <a:xfrm>
            <a:off x="2450926" y="6165182"/>
            <a:ext cx="424741" cy="235618"/>
          </a:xfrm>
          <a:prstGeom prst="roundRect">
            <a:avLst/>
          </a:prstGeom>
          <a:solidFill>
            <a:srgbClr val="C6E0B4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Arreter</a:t>
            </a:r>
          </a:p>
        </p:txBody>
      </p:sp>
      <p:sp>
        <p:nvSpPr>
          <p:cNvPr id="17" name="Connecter API" descr="Connect"/>
          <p:cNvSpPr/>
          <p:nvPr/>
        </p:nvSpPr>
        <p:spPr>
          <a:xfrm>
            <a:off x="1523532" y="2913647"/>
            <a:ext cx="696174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Connecter API</a:t>
            </a:r>
          </a:p>
        </p:txBody>
      </p:sp>
      <p:sp>
        <p:nvSpPr>
          <p:cNvPr id="18" name="Recuperer donnees" descr="Fetch"/>
          <p:cNvSpPr/>
          <p:nvPr/>
        </p:nvSpPr>
        <p:spPr>
          <a:xfrm>
            <a:off x="1614010" y="3400592"/>
            <a:ext cx="515219" cy="329866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Recuperer donnees</a:t>
            </a:r>
          </a:p>
        </p:txBody>
      </p:sp>
      <p:sp>
        <p:nvSpPr>
          <p:cNvPr id="19" name="Nettoyer" descr="Clean"/>
          <p:cNvSpPr/>
          <p:nvPr/>
        </p:nvSpPr>
        <p:spPr>
          <a:xfrm>
            <a:off x="1636629" y="3981784"/>
            <a:ext cx="469980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Nettoyer</a:t>
            </a:r>
          </a:p>
        </p:txBody>
      </p:sp>
      <p:sp>
        <p:nvSpPr>
          <p:cNvPr id="20" name="Donnees ok?" descr="Check"/>
          <p:cNvSpPr/>
          <p:nvPr/>
        </p:nvSpPr>
        <p:spPr>
          <a:xfrm>
            <a:off x="1288542" y="4468729"/>
            <a:ext cx="1166154" cy="471237"/>
          </a:xfrm>
          <a:prstGeom prst="diamond">
            <a:avLst/>
          </a:prstGeom>
          <a:solidFill>
            <a:srgbClr val="FFE699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Donnees ok?</a:t>
            </a:r>
          </a:p>
        </p:txBody>
      </p:sp>
      <p:sp>
        <p:nvSpPr>
          <p:cNvPr id="21" name="Retenter" descr="Retry"/>
          <p:cNvSpPr/>
          <p:nvPr/>
        </p:nvSpPr>
        <p:spPr>
          <a:xfrm>
            <a:off x="1304878" y="5191292"/>
            <a:ext cx="469980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Retenter</a:t>
            </a:r>
          </a:p>
        </p:txBody>
      </p:sp>
      <p:sp>
        <p:nvSpPr>
          <p:cNvPr id="22" name="Sauvegarder" descr="Save"/>
          <p:cNvSpPr/>
          <p:nvPr/>
        </p:nvSpPr>
        <p:spPr>
          <a:xfrm>
            <a:off x="1963353" y="5191292"/>
            <a:ext cx="605696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Sauvegarder</a:t>
            </a:r>
          </a:p>
        </p:txBody>
      </p:sp>
      <p:sp>
        <p:nvSpPr>
          <p:cNvPr id="23" name="Notifier user" descr="Notify"/>
          <p:cNvSpPr/>
          <p:nvPr/>
        </p:nvSpPr>
        <p:spPr>
          <a:xfrm>
            <a:off x="1929424" y="5678237"/>
            <a:ext cx="673555" cy="235618"/>
          </a:xfrm>
          <a:prstGeom prst="rect">
            <a:avLst/>
          </a:prstGeom>
          <a:solidFill>
            <a:srgbClr val="BDD7EE"/>
          </a:solidFill>
          <a:ln w="4189" cap="flat" cmpd="sng" algn="ctr">
            <a:solidFill>
              <a:srgbClr val="2F549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59" tIns="15080" rIns="30159" bIns="150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dirty="0">
                <a:solidFill>
                  <a:srgbClr val="000000"/>
                </a:solidFill>
              </a:rPr>
              <a:t>Notifier user</a:t>
            </a:r>
          </a:p>
        </p:txBody>
      </p:sp>
      <p:cxnSp>
        <p:nvCxnSpPr>
          <p:cNvPr id="24" name="Start--Lire"/>
          <p:cNvCxnSpPr>
            <a:stCxn id="12" idx="2"/>
            <a:endCxn id="13" idx="0"/>
          </p:cNvCxnSpPr>
          <p:nvPr/>
        </p:nvCxnSpPr>
        <p:spPr>
          <a:xfrm>
            <a:off x="2631881" y="1264318"/>
            <a:ext cx="0" cy="251327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ire--Valider"/>
          <p:cNvCxnSpPr>
            <a:stCxn id="13" idx="2"/>
            <a:endCxn id="14" idx="0"/>
          </p:cNvCxnSpPr>
          <p:nvPr/>
        </p:nvCxnSpPr>
        <p:spPr>
          <a:xfrm>
            <a:off x="2631881" y="1751263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Valider--Erreur"/>
          <p:cNvCxnSpPr>
            <a:stCxn id="14" idx="2"/>
            <a:endCxn id="15" idx="0"/>
          </p:cNvCxnSpPr>
          <p:nvPr/>
        </p:nvCxnSpPr>
        <p:spPr>
          <a:xfrm>
            <a:off x="2631881" y="2662321"/>
            <a:ext cx="428512" cy="301591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dgeLabel"/>
          <p:cNvSpPr txBox="1"/>
          <p:nvPr/>
        </p:nvSpPr>
        <p:spPr>
          <a:xfrm>
            <a:off x="2766718" y="4132580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28" name="Erreur--Stop"/>
          <p:cNvCxnSpPr>
            <a:stCxn id="15" idx="2"/>
            <a:endCxn id="16" idx="0"/>
          </p:cNvCxnSpPr>
          <p:nvPr/>
        </p:nvCxnSpPr>
        <p:spPr>
          <a:xfrm flipH="1">
            <a:off x="2663297" y="5913855"/>
            <a:ext cx="397096" cy="251327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alider--Connect"/>
          <p:cNvCxnSpPr>
            <a:stCxn id="14" idx="1"/>
            <a:endCxn id="17" idx="3"/>
          </p:cNvCxnSpPr>
          <p:nvPr/>
        </p:nvCxnSpPr>
        <p:spPr>
          <a:xfrm>
            <a:off x="2214679" y="2332455"/>
            <a:ext cx="5027" cy="699002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dgeLabel"/>
          <p:cNvSpPr txBox="1"/>
          <p:nvPr/>
        </p:nvSpPr>
        <p:spPr>
          <a:xfrm>
            <a:off x="2137774" y="2644257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31" name="Connect--Fetch"/>
          <p:cNvCxnSpPr>
            <a:stCxn id="17" idx="2"/>
            <a:endCxn id="18" idx="0"/>
          </p:cNvCxnSpPr>
          <p:nvPr/>
        </p:nvCxnSpPr>
        <p:spPr>
          <a:xfrm>
            <a:off x="1871619" y="3149266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etch--Clean"/>
          <p:cNvCxnSpPr>
            <a:stCxn id="18" idx="2"/>
            <a:endCxn id="19" idx="0"/>
          </p:cNvCxnSpPr>
          <p:nvPr/>
        </p:nvCxnSpPr>
        <p:spPr>
          <a:xfrm>
            <a:off x="1871619" y="3730458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lean--Check"/>
          <p:cNvCxnSpPr>
            <a:stCxn id="19" idx="2"/>
            <a:endCxn id="20" idx="0"/>
          </p:cNvCxnSpPr>
          <p:nvPr/>
        </p:nvCxnSpPr>
        <p:spPr>
          <a:xfrm>
            <a:off x="1871619" y="4217403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heck--Retry"/>
          <p:cNvCxnSpPr>
            <a:stCxn id="20" idx="2"/>
            <a:endCxn id="21" idx="0"/>
          </p:cNvCxnSpPr>
          <p:nvPr/>
        </p:nvCxnSpPr>
        <p:spPr>
          <a:xfrm flipH="1">
            <a:off x="1539868" y="4939966"/>
            <a:ext cx="331751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dgeLabel"/>
          <p:cNvSpPr txBox="1"/>
          <p:nvPr/>
        </p:nvSpPr>
        <p:spPr>
          <a:xfrm>
            <a:off x="1626325" y="5027930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non</a:t>
            </a:r>
          </a:p>
        </p:txBody>
      </p:sp>
      <p:cxnSp>
        <p:nvCxnSpPr>
          <p:cNvPr id="36" name="Retry--Check"/>
          <p:cNvCxnSpPr>
            <a:stCxn id="21" idx="0"/>
            <a:endCxn id="20" idx="2"/>
          </p:cNvCxnSpPr>
          <p:nvPr/>
        </p:nvCxnSpPr>
        <p:spPr>
          <a:xfrm flipV="1">
            <a:off x="1539868" y="4939966"/>
            <a:ext cx="331751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heck--Save"/>
          <p:cNvCxnSpPr>
            <a:stCxn id="20" idx="2"/>
            <a:endCxn id="22" idx="0"/>
          </p:cNvCxnSpPr>
          <p:nvPr/>
        </p:nvCxnSpPr>
        <p:spPr>
          <a:xfrm>
            <a:off x="1871619" y="4939966"/>
            <a:ext cx="394582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EdgeLabel"/>
          <p:cNvSpPr txBox="1"/>
          <p:nvPr/>
        </p:nvSpPr>
        <p:spPr>
          <a:xfrm>
            <a:off x="1989491" y="5027930"/>
            <a:ext cx="158838" cy="75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ot="0" vert="horz" wrap="none" lIns="12566" tIns="0" rIns="12566" bIns="0" anchor="ctr" anchorCtr="1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50" dirty="0">
                <a:solidFill>
                  <a:srgbClr val="000000"/>
                </a:solidFill>
              </a:rPr>
              <a:t>oui</a:t>
            </a:r>
          </a:p>
        </p:txBody>
      </p:sp>
      <p:cxnSp>
        <p:nvCxnSpPr>
          <p:cNvPr id="39" name="Save--Notify"/>
          <p:cNvCxnSpPr>
            <a:stCxn id="22" idx="2"/>
            <a:endCxn id="23" idx="0"/>
          </p:cNvCxnSpPr>
          <p:nvPr/>
        </p:nvCxnSpPr>
        <p:spPr>
          <a:xfrm>
            <a:off x="2266201" y="5426911"/>
            <a:ext cx="0" cy="251326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otify--Stop"/>
          <p:cNvCxnSpPr>
            <a:stCxn id="23" idx="2"/>
            <a:endCxn id="16" idx="0"/>
          </p:cNvCxnSpPr>
          <p:nvPr/>
        </p:nvCxnSpPr>
        <p:spPr>
          <a:xfrm>
            <a:off x="2266201" y="5913855"/>
            <a:ext cx="397096" cy="251327"/>
          </a:xfrm>
          <a:prstGeom prst="line">
            <a:avLst/>
          </a:prstGeom>
          <a:ln w="4189" cap="flat" cmpd="sng" algn="ctr">
            <a:solidFill>
              <a:srgbClr val="2F5496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flowchart TD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classDef process fill:#BDD7EE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classDef gate fill:#FFE699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classDef terminal fill:#C6E0B4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Start([Demarrer]):::terminal --&gt; Lire[Lire config]:::process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Lire --&gt; Valider{Config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valide?}:::gate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Valider --&gt;|non| Erreur[Log erreur]:::terminal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Erreur --&gt; Stop([Arreter]):::terminal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Valider --&gt;|oui| Connect[Connecter API]:::process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Connect --&gt; Fetch[Recuperer donnees]:::process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Fetch --&gt; Clean[Nettoyer]:::process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Clean --&gt; Check{Donnees ok?}:::gate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Check --&gt;|non| Retry[Retenter]:::process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Retry --&gt; Check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Check --&gt;|oui| Save[Sauvegarder]:::process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Save --&gt; Notify[Notifier user]:::process</a:t>
            </a:r>
          </a:p>
          <a:p>
            <a:pPr algn="l"/>
            <a:r>
              <a:rPr lang="en-US" sz="1250" dirty="0">
                <a:solidFill>
                  <a:srgbClr val="1F2937"/>
                </a:solidFill>
                <a:latin typeface="Consolas"/>
                <a:cs typeface="Consolas"/>
              </a:rPr>
              <a:t>    Notify --&gt; 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medium-realistic.md</dc:title>
  <dc:creator>md2nativedocx</dc:creator>
  <cp:lastModifiedBy>md2nativedocx</cp:lastModifiedBy>
  <dcterms:created xsi:type="dcterms:W3CDTF">2026-10-05T12:12:51Z</dcterms:created>
  <dcterms:modified xsi:type="dcterms:W3CDTF">2026-10-05T12:12:51Z</dcterms:modified>
</cp:coreProperties>
</file>