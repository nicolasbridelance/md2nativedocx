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medium-realistic</a:t>
            </a:r>
          </a:p>
        </p:txBody>
      </p:sp>
      <p:sp>
        <p:nvSpPr>
          <p:cNvPr id="12" name="Demarrer" descr="Start"/>
          <p:cNvSpPr/>
          <p:nvPr/>
        </p:nvSpPr>
        <p:spPr>
          <a:xfrm>
            <a:off x="4518299" y="1028700"/>
            <a:ext cx="469980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Demarrer</a:t>
            </a:r>
          </a:p>
        </p:txBody>
      </p:sp>
      <p:sp>
        <p:nvSpPr>
          <p:cNvPr id="13" name="Lire config" descr="Lire"/>
          <p:cNvSpPr/>
          <p:nvPr/>
        </p:nvSpPr>
        <p:spPr>
          <a:xfrm>
            <a:off x="4461751" y="1515645"/>
            <a:ext cx="583077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Lire config</a:t>
            </a:r>
          </a:p>
        </p:txBody>
      </p:sp>
      <p:sp>
        <p:nvSpPr>
          <p:cNvPr id="14" name="Config valide?" descr="Valider"/>
          <p:cNvSpPr/>
          <p:nvPr/>
        </p:nvSpPr>
        <p:spPr>
          <a:xfrm>
            <a:off x="4336087" y="2002589"/>
            <a:ext cx="834403" cy="659732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Config valide?</a:t>
            </a:r>
          </a:p>
        </p:txBody>
      </p:sp>
      <p:sp>
        <p:nvSpPr>
          <p:cNvPr id="15" name="Log erreur" descr="Erreur"/>
          <p:cNvSpPr/>
          <p:nvPr/>
        </p:nvSpPr>
        <p:spPr>
          <a:xfrm>
            <a:off x="4912881" y="5678237"/>
            <a:ext cx="537838" cy="235618"/>
          </a:xfrm>
          <a:prstGeom prst="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Log erreur</a:t>
            </a:r>
          </a:p>
        </p:txBody>
      </p:sp>
      <p:sp>
        <p:nvSpPr>
          <p:cNvPr id="16" name="Arreter" descr="Stop"/>
          <p:cNvSpPr/>
          <p:nvPr/>
        </p:nvSpPr>
        <p:spPr>
          <a:xfrm>
            <a:off x="4572334" y="6165182"/>
            <a:ext cx="424741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Arreter</a:t>
            </a:r>
          </a:p>
        </p:txBody>
      </p:sp>
      <p:sp>
        <p:nvSpPr>
          <p:cNvPr id="17" name="Connecter API" descr="Connect"/>
          <p:cNvSpPr/>
          <p:nvPr/>
        </p:nvSpPr>
        <p:spPr>
          <a:xfrm>
            <a:off x="3644940" y="2913647"/>
            <a:ext cx="696174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Connecter API</a:t>
            </a:r>
          </a:p>
        </p:txBody>
      </p:sp>
      <p:sp>
        <p:nvSpPr>
          <p:cNvPr id="18" name="Recuperer donnees" descr="Fetch"/>
          <p:cNvSpPr/>
          <p:nvPr/>
        </p:nvSpPr>
        <p:spPr>
          <a:xfrm>
            <a:off x="3735418" y="3400592"/>
            <a:ext cx="515219" cy="329866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Recuperer donnees</a:t>
            </a:r>
          </a:p>
        </p:txBody>
      </p:sp>
      <p:sp>
        <p:nvSpPr>
          <p:cNvPr id="19" name="Nettoyer" descr="Clean"/>
          <p:cNvSpPr/>
          <p:nvPr/>
        </p:nvSpPr>
        <p:spPr>
          <a:xfrm>
            <a:off x="3758037" y="3981784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Nettoyer</a:t>
            </a:r>
          </a:p>
        </p:txBody>
      </p:sp>
      <p:sp>
        <p:nvSpPr>
          <p:cNvPr id="20" name="Donnees ok?" descr="Check"/>
          <p:cNvSpPr/>
          <p:nvPr/>
        </p:nvSpPr>
        <p:spPr>
          <a:xfrm>
            <a:off x="3409950" y="4468729"/>
            <a:ext cx="1166154" cy="471237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Donnees ok?</a:t>
            </a:r>
          </a:p>
        </p:txBody>
      </p:sp>
      <p:sp>
        <p:nvSpPr>
          <p:cNvPr id="21" name="Retenter" descr="Retry"/>
          <p:cNvSpPr/>
          <p:nvPr/>
        </p:nvSpPr>
        <p:spPr>
          <a:xfrm>
            <a:off x="3426286" y="5191292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Retenter</a:t>
            </a:r>
          </a:p>
        </p:txBody>
      </p:sp>
      <p:sp>
        <p:nvSpPr>
          <p:cNvPr id="22" name="Sauvegarder" descr="Save"/>
          <p:cNvSpPr/>
          <p:nvPr/>
        </p:nvSpPr>
        <p:spPr>
          <a:xfrm>
            <a:off x="4084761" y="5191292"/>
            <a:ext cx="605696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Sauvegarder</a:t>
            </a:r>
          </a:p>
        </p:txBody>
      </p:sp>
      <p:sp>
        <p:nvSpPr>
          <p:cNvPr id="23" name="Notifier user" descr="Notify"/>
          <p:cNvSpPr/>
          <p:nvPr/>
        </p:nvSpPr>
        <p:spPr>
          <a:xfrm>
            <a:off x="4050832" y="5678237"/>
            <a:ext cx="673555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Notifier user</a:t>
            </a:r>
          </a:p>
        </p:txBody>
      </p:sp>
      <p:cxnSp>
        <p:nvCxnSpPr>
          <p:cNvPr id="24" name="Start--Lire"/>
          <p:cNvCxnSpPr>
            <a:stCxn id="12" idx="2"/>
            <a:endCxn id="13" idx="0"/>
          </p:cNvCxnSpPr>
          <p:nvPr/>
        </p:nvCxnSpPr>
        <p:spPr>
          <a:xfrm>
            <a:off x="4753289" y="1264318"/>
            <a:ext cx="0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re--Valider"/>
          <p:cNvCxnSpPr>
            <a:stCxn id="13" idx="2"/>
            <a:endCxn id="14" idx="0"/>
          </p:cNvCxnSpPr>
          <p:nvPr/>
        </p:nvCxnSpPr>
        <p:spPr>
          <a:xfrm>
            <a:off x="4753289" y="175126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alider--Erreur"/>
          <p:cNvCxnSpPr>
            <a:stCxn id="14" idx="2"/>
            <a:endCxn id="15" idx="0"/>
          </p:cNvCxnSpPr>
          <p:nvPr/>
        </p:nvCxnSpPr>
        <p:spPr>
          <a:xfrm>
            <a:off x="4753289" y="2662321"/>
            <a:ext cx="428512" cy="301591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4888126" y="413258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8" name="Erreur--Stop"/>
          <p:cNvCxnSpPr>
            <a:stCxn id="15" idx="2"/>
            <a:endCxn id="16" idx="0"/>
          </p:cNvCxnSpPr>
          <p:nvPr/>
        </p:nvCxnSpPr>
        <p:spPr>
          <a:xfrm flipH="1">
            <a:off x="4784705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alider--Connect"/>
          <p:cNvCxnSpPr>
            <a:stCxn id="14" idx="1"/>
            <a:endCxn id="17" idx="3"/>
          </p:cNvCxnSpPr>
          <p:nvPr/>
        </p:nvCxnSpPr>
        <p:spPr>
          <a:xfrm>
            <a:off x="4336087" y="2332455"/>
            <a:ext cx="5027" cy="699002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259182" y="2644257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Connect--Fetch"/>
          <p:cNvCxnSpPr>
            <a:stCxn id="17" idx="2"/>
            <a:endCxn id="18" idx="0"/>
          </p:cNvCxnSpPr>
          <p:nvPr/>
        </p:nvCxnSpPr>
        <p:spPr>
          <a:xfrm>
            <a:off x="3993027" y="3149266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Fetch--Clean"/>
          <p:cNvCxnSpPr>
            <a:stCxn id="18" idx="2"/>
            <a:endCxn id="19" idx="0"/>
          </p:cNvCxnSpPr>
          <p:nvPr/>
        </p:nvCxnSpPr>
        <p:spPr>
          <a:xfrm>
            <a:off x="3993027" y="3730458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lean--Check"/>
          <p:cNvCxnSpPr>
            <a:stCxn id="19" idx="2"/>
            <a:endCxn id="20" idx="0"/>
          </p:cNvCxnSpPr>
          <p:nvPr/>
        </p:nvCxnSpPr>
        <p:spPr>
          <a:xfrm>
            <a:off x="3993027" y="421740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heck--Retry"/>
          <p:cNvCxnSpPr>
            <a:stCxn id="20" idx="2"/>
            <a:endCxn id="21" idx="0"/>
          </p:cNvCxnSpPr>
          <p:nvPr/>
        </p:nvCxnSpPr>
        <p:spPr>
          <a:xfrm flipH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3747733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6" name="Retry--Check"/>
          <p:cNvCxnSpPr>
            <a:stCxn id="21" idx="0"/>
            <a:endCxn id="20" idx="2"/>
          </p:cNvCxnSpPr>
          <p:nvPr/>
        </p:nvCxnSpPr>
        <p:spPr>
          <a:xfrm flipV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heck--Save"/>
          <p:cNvCxnSpPr>
            <a:stCxn id="20" idx="2"/>
            <a:endCxn id="22" idx="0"/>
          </p:cNvCxnSpPr>
          <p:nvPr/>
        </p:nvCxnSpPr>
        <p:spPr>
          <a:xfrm>
            <a:off x="3993027" y="4939966"/>
            <a:ext cx="394582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EdgeLabel"/>
          <p:cNvSpPr txBox="1"/>
          <p:nvPr/>
        </p:nvSpPr>
        <p:spPr>
          <a:xfrm>
            <a:off x="4110899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9" name="Save--Notify"/>
          <p:cNvCxnSpPr>
            <a:stCxn id="22" idx="2"/>
            <a:endCxn id="23" idx="0"/>
          </p:cNvCxnSpPr>
          <p:nvPr/>
        </p:nvCxnSpPr>
        <p:spPr>
          <a:xfrm>
            <a:off x="4387609" y="5426911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Notify--Stop"/>
          <p:cNvCxnSpPr>
            <a:stCxn id="23" idx="2"/>
            <a:endCxn id="16" idx="0"/>
          </p:cNvCxnSpPr>
          <p:nvPr/>
        </p:nvCxnSpPr>
        <p:spPr>
          <a:xfrm>
            <a:off x="4387609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medium-realistic.md</dc:title>
  <dc:creator>md2nativedocx</dc:creator>
  <cp:lastModifiedBy>md2nativedocx</cp:lastModifiedBy>
  <dcterms:created xsi:type="dcterms:W3CDTF">2026-10-05T12:06:28Z</dcterms:created>
  <dcterms:modified xsi:type="dcterms:W3CDTF">2026-10-05T12:06:28Z</dcterms:modified>
</cp:coreProperties>
</file>