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quadrant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3147897" y="1028700"/>
            <a:ext cx="5896207" cy="411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400" dirty="0">
                <a:solidFill>
                  <a:srgbClr val="000000"/>
                </a:solidFill>
              </a:rPr>
              <a:t>Reach and engagement of campaigns</a:t>
            </a:r>
          </a:p>
        </p:txBody>
      </p:sp>
      <p:sp>
        <p:nvSpPr>
          <p:cNvPr id="12" name="Shape 2"/>
          <p:cNvSpPr/>
          <p:nvPr/>
        </p:nvSpPr>
        <p:spPr>
          <a:xfrm>
            <a:off x="6610749" y="1440499"/>
            <a:ext cx="2246174" cy="2246174"/>
          </a:xfrm>
          <a:prstGeom prst="rect">
            <a:avLst/>
          </a:prstGeom>
          <a:solidFill>
            <a:srgbClr val="D9E2F3"/>
          </a:solidFill>
          <a:ln w="9525">
            <a:solidFill>
              <a:srgbClr val="BFBFBF"/>
            </a:solidFill>
          </a:ln>
        </p:spPr>
      </p:sp>
      <p:sp>
        <p:nvSpPr>
          <p:cNvPr id="13" name="Text 3"/>
          <p:cNvSpPr txBox="1"/>
          <p:nvPr/>
        </p:nvSpPr>
        <p:spPr>
          <a:xfrm>
            <a:off x="6666903" y="1477935"/>
            <a:ext cx="2133866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900" dirty="0">
                <a:solidFill>
                  <a:srgbClr val="595959"/>
                </a:solidFill>
              </a:rPr>
              <a:t>We should expand</a:t>
            </a:r>
          </a:p>
        </p:txBody>
      </p:sp>
      <p:sp>
        <p:nvSpPr>
          <p:cNvPr id="14" name="Shape 4"/>
          <p:cNvSpPr/>
          <p:nvPr/>
        </p:nvSpPr>
        <p:spPr>
          <a:xfrm>
            <a:off x="4364575" y="1440499"/>
            <a:ext cx="2246174" cy="2246174"/>
          </a:xfrm>
          <a:prstGeom prst="rect">
            <a:avLst/>
          </a:prstGeom>
          <a:solidFill>
            <a:srgbClr val="FCE4D6"/>
          </a:solidFill>
          <a:ln w="9525">
            <a:solidFill>
              <a:srgbClr val="BFBFBF"/>
            </a:solidFill>
          </a:ln>
        </p:spPr>
      </p:sp>
      <p:sp>
        <p:nvSpPr>
          <p:cNvPr id="15" name="Text 5"/>
          <p:cNvSpPr txBox="1"/>
          <p:nvPr/>
        </p:nvSpPr>
        <p:spPr>
          <a:xfrm>
            <a:off x="4420729" y="1477935"/>
            <a:ext cx="2133866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900" dirty="0">
                <a:solidFill>
                  <a:srgbClr val="595959"/>
                </a:solidFill>
              </a:rPr>
              <a:t>Need to promote</a:t>
            </a:r>
          </a:p>
        </p:txBody>
      </p:sp>
      <p:sp>
        <p:nvSpPr>
          <p:cNvPr id="16" name="Shape 6"/>
          <p:cNvSpPr/>
          <p:nvPr/>
        </p:nvSpPr>
        <p:spPr>
          <a:xfrm>
            <a:off x="4364575" y="3686673"/>
            <a:ext cx="2246174" cy="2246174"/>
          </a:xfrm>
          <a:prstGeom prst="rect">
            <a:avLst/>
          </a:prstGeom>
          <a:solidFill>
            <a:srgbClr val="E2EFDA"/>
          </a:solidFill>
          <a:ln w="9525">
            <a:solidFill>
              <a:srgbClr val="BFBFBF"/>
            </a:solidFill>
          </a:ln>
        </p:spPr>
      </p:sp>
      <p:sp>
        <p:nvSpPr>
          <p:cNvPr id="17" name="Text 7"/>
          <p:cNvSpPr txBox="1"/>
          <p:nvPr/>
        </p:nvSpPr>
        <p:spPr>
          <a:xfrm>
            <a:off x="4420729" y="3724109"/>
            <a:ext cx="2133866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900" dirty="0">
                <a:solidFill>
                  <a:srgbClr val="595959"/>
                </a:solidFill>
              </a:rPr>
              <a:t>Re-evaluate</a:t>
            </a:r>
          </a:p>
        </p:txBody>
      </p:sp>
      <p:sp>
        <p:nvSpPr>
          <p:cNvPr id="18" name="Shape 8"/>
          <p:cNvSpPr/>
          <p:nvPr/>
        </p:nvSpPr>
        <p:spPr>
          <a:xfrm>
            <a:off x="6610749" y="3686673"/>
            <a:ext cx="2246174" cy="2246174"/>
          </a:xfrm>
          <a:prstGeom prst="rect">
            <a:avLst/>
          </a:prstGeom>
          <a:solidFill>
            <a:srgbClr val="FFF2CC"/>
          </a:solidFill>
          <a:ln w="9525">
            <a:solidFill>
              <a:srgbClr val="BFBFBF"/>
            </a:solidFill>
          </a:ln>
        </p:spPr>
      </p:sp>
      <p:sp>
        <p:nvSpPr>
          <p:cNvPr id="19" name="Text 9"/>
          <p:cNvSpPr txBox="1"/>
          <p:nvPr/>
        </p:nvSpPr>
        <p:spPr>
          <a:xfrm>
            <a:off x="6666903" y="3724109"/>
            <a:ext cx="2133866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900" dirty="0">
                <a:solidFill>
                  <a:srgbClr val="595959"/>
                </a:solidFill>
              </a:rPr>
              <a:t>May be improved</a:t>
            </a:r>
          </a:p>
        </p:txBody>
      </p:sp>
      <p:sp>
        <p:nvSpPr>
          <p:cNvPr id="20" name="Text 10"/>
          <p:cNvSpPr txBox="1"/>
          <p:nvPr/>
        </p:nvSpPr>
        <p:spPr>
          <a:xfrm>
            <a:off x="4364575" y="5989001"/>
            <a:ext cx="2246174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Low Reach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6610749" y="5989001"/>
            <a:ext cx="2246174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High Reach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3147897" y="5745666"/>
            <a:ext cx="1160523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Low Engagement</a:t>
            </a:r>
          </a:p>
        </p:txBody>
      </p:sp>
      <p:sp>
        <p:nvSpPr>
          <p:cNvPr id="23" name="Text 13"/>
          <p:cNvSpPr txBox="1"/>
          <p:nvPr/>
        </p:nvSpPr>
        <p:spPr>
          <a:xfrm>
            <a:off x="3147897" y="1440499"/>
            <a:ext cx="1160523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High Engagement</a:t>
            </a:r>
          </a:p>
        </p:txBody>
      </p:sp>
      <p:sp>
        <p:nvSpPr>
          <p:cNvPr id="24" name="Point 14"/>
          <p:cNvSpPr/>
          <p:nvPr/>
        </p:nvSpPr>
        <p:spPr>
          <a:xfrm>
            <a:off x="5665484" y="3190643"/>
            <a:ext cx="93591" cy="93591"/>
          </a:xfrm>
          <a:prstGeom prst="ellipse">
            <a:avLst/>
          </a:prstGeom>
          <a:solidFill>
            <a:srgbClr val="2F5496"/>
          </a:solidFill>
          <a:ln w="6350">
            <a:solidFill>
              <a:srgbClr val="000000"/>
            </a:solidFill>
          </a:ln>
        </p:spPr>
      </p:sp>
      <p:sp>
        <p:nvSpPr>
          <p:cNvPr id="25" name="Text 15"/>
          <p:cNvSpPr txBox="1"/>
          <p:nvPr/>
        </p:nvSpPr>
        <p:spPr>
          <a:xfrm>
            <a:off x="5787152" y="3153206"/>
            <a:ext cx="737494" cy="1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Campaign A</a:t>
            </a:r>
          </a:p>
        </p:txBody>
      </p:sp>
      <p:sp>
        <p:nvSpPr>
          <p:cNvPr id="26" name="Point 16"/>
          <p:cNvSpPr/>
          <p:nvPr/>
        </p:nvSpPr>
        <p:spPr>
          <a:xfrm>
            <a:off x="6339336" y="4852812"/>
            <a:ext cx="93591" cy="93591"/>
          </a:xfrm>
          <a:prstGeom prst="ellipse">
            <a:avLst/>
          </a:prstGeom>
          <a:solidFill>
            <a:srgbClr val="2F5496"/>
          </a:solidFill>
          <a:ln w="6350">
            <a:solidFill>
              <a:srgbClr val="000000"/>
            </a:solidFill>
          </a:ln>
        </p:spPr>
      </p:sp>
      <p:sp>
        <p:nvSpPr>
          <p:cNvPr id="27" name="Text 17"/>
          <p:cNvSpPr txBox="1"/>
          <p:nvPr/>
        </p:nvSpPr>
        <p:spPr>
          <a:xfrm>
            <a:off x="6461004" y="4815375"/>
            <a:ext cx="737494" cy="1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Campaign B</a:t>
            </a:r>
          </a:p>
        </p:txBody>
      </p:sp>
      <p:sp>
        <p:nvSpPr>
          <p:cNvPr id="28" name="Point 18"/>
          <p:cNvSpPr/>
          <p:nvPr/>
        </p:nvSpPr>
        <p:spPr>
          <a:xfrm>
            <a:off x="6878418" y="2786331"/>
            <a:ext cx="93591" cy="93591"/>
          </a:xfrm>
          <a:prstGeom prst="ellipse">
            <a:avLst/>
          </a:prstGeom>
          <a:solidFill>
            <a:srgbClr val="FF3300"/>
          </a:solidFill>
          <a:ln w="6350">
            <a:solidFill>
              <a:srgbClr val="000000"/>
            </a:solidFill>
          </a:ln>
        </p:spPr>
      </p:sp>
      <p:sp>
        <p:nvSpPr>
          <p:cNvPr id="29" name="Text 19"/>
          <p:cNvSpPr txBox="1"/>
          <p:nvPr/>
        </p:nvSpPr>
        <p:spPr>
          <a:xfrm>
            <a:off x="7000086" y="2748895"/>
            <a:ext cx="737494" cy="1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Campaign C</a:t>
            </a:r>
          </a:p>
        </p:txBody>
      </p:sp>
      <p:sp>
        <p:nvSpPr>
          <p:cNvPr id="30" name="Point 20"/>
          <p:cNvSpPr/>
          <p:nvPr/>
        </p:nvSpPr>
        <p:spPr>
          <a:xfrm>
            <a:off x="7821811" y="4358653"/>
            <a:ext cx="93591" cy="93591"/>
          </a:xfrm>
          <a:prstGeom prst="ellipse">
            <a:avLst/>
          </a:prstGeom>
          <a:solidFill>
            <a:srgbClr val="2F5496"/>
          </a:solidFill>
          <a:ln w="6350">
            <a:solidFill>
              <a:srgbClr val="000000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7943479" y="4321217"/>
            <a:ext cx="737494" cy="1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Campaign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quadrant.md</dc:title>
  <dc:creator>md2nativedocx</dc:creator>
  <cp:lastModifiedBy>md2nativedocx</cp:lastModifiedBy>
  <dcterms:created xsi:type="dcterms:W3CDTF">2026-10-05T11:54:28Z</dcterms:created>
  <dcterms:modified xsi:type="dcterms:W3CDTF">2026-10-05T11:54:28Z</dcterms:modified>
</cp:coreProperties>
</file>