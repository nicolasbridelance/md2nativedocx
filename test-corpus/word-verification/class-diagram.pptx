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class-diagram</a:t>
            </a:r>
          </a:p>
        </p:txBody>
      </p:sp>
      <p:cxnSp>
        <p:nvCxnSpPr>
          <p:cNvPr id="11" name="Connector 1"/>
          <p:cNvCxnSpPr/>
          <p:nvPr/>
        </p:nvCxnSpPr>
        <p:spPr>
          <a:xfrm flipV="1">
            <a:off x="5012190" y="2595176"/>
            <a:ext cx="913608" cy="318223"/>
          </a:xfrm>
          <a:prstGeom prst="line">
            <a:avLst/>
          </a:prstGeom>
          <a:ln w="13052">
            <a:solidFill>
              <a:srgbClr val="2F5496"/>
            </a:solidFill>
            <a:prstDash val="solid"/>
            <a:headEnd type="triangle" w="lg" len="lg"/>
          </a:ln>
        </p:spPr>
      </p:cxnSp>
      <p:cxnSp>
        <p:nvCxnSpPr>
          <p:cNvPr id="12" name="Connector 2"/>
          <p:cNvCxnSpPr/>
          <p:nvPr/>
        </p:nvCxnSpPr>
        <p:spPr>
          <a:xfrm>
            <a:off x="5012190" y="3458925"/>
            <a:ext cx="952763" cy="331861"/>
          </a:xfrm>
          <a:prstGeom prst="line">
            <a:avLst/>
          </a:prstGeom>
          <a:ln w="13052">
            <a:solidFill>
              <a:srgbClr val="2F5496"/>
            </a:solidFill>
            <a:prstDash val="solid"/>
            <a:headEnd type="triangle" w="lg" len="lg"/>
          </a:ln>
        </p:spPr>
      </p:cxnSp>
      <p:cxnSp>
        <p:nvCxnSpPr>
          <p:cNvPr id="13" name="Connector 3"/>
          <p:cNvCxnSpPr/>
          <p:nvPr/>
        </p:nvCxnSpPr>
        <p:spPr>
          <a:xfrm flipV="1">
            <a:off x="2532396" y="3475609"/>
            <a:ext cx="913608" cy="337688"/>
          </a:xfrm>
          <a:prstGeom prst="line">
            <a:avLst/>
          </a:prstGeom>
          <a:ln w="13052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4" name="Text 4"/>
          <p:cNvSpPr txBox="1"/>
          <p:nvPr/>
        </p:nvSpPr>
        <p:spPr>
          <a:xfrm>
            <a:off x="2785596" y="3513938"/>
            <a:ext cx="407208" cy="261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96" dirty="0">
                <a:solidFill>
                  <a:srgbClr val="000000"/>
                </a:solidFill>
              </a:rPr>
              <a:t>owns</a:t>
            </a:r>
          </a:p>
        </p:txBody>
      </p:sp>
      <p:cxnSp>
        <p:nvCxnSpPr>
          <p:cNvPr id="15" name="Connector 5"/>
          <p:cNvCxnSpPr/>
          <p:nvPr/>
        </p:nvCxnSpPr>
        <p:spPr>
          <a:xfrm>
            <a:off x="2532396" y="4464554"/>
            <a:ext cx="1031072" cy="381105"/>
          </a:xfrm>
          <a:prstGeom prst="line">
            <a:avLst/>
          </a:prstGeom>
          <a:ln w="13052">
            <a:solidFill>
              <a:srgbClr val="2F5496"/>
            </a:solidFill>
            <a:prstDash val="solid"/>
            <a:headEnd type="diamond" w="lg" len="lg"/>
          </a:ln>
        </p:spPr>
      </p:cxnSp>
      <p:sp>
        <p:nvSpPr>
          <p:cNvPr id="16" name="Text 6"/>
          <p:cNvSpPr txBox="1"/>
          <p:nvPr/>
        </p:nvSpPr>
        <p:spPr>
          <a:xfrm>
            <a:off x="2875651" y="4524591"/>
            <a:ext cx="344561" cy="261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96" dirty="0">
                <a:solidFill>
                  <a:srgbClr val="000000"/>
                </a:solidFill>
              </a:rPr>
              <a:t>has</a:t>
            </a:r>
          </a:p>
        </p:txBody>
      </p:sp>
      <p:sp>
        <p:nvSpPr>
          <p:cNvPr id="17" name="Animal"/>
          <p:cNvSpPr/>
          <p:nvPr/>
        </p:nvSpPr>
        <p:spPr>
          <a:xfrm>
            <a:off x="3446004" y="2468327"/>
            <a:ext cx="1566186" cy="1435670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18" name="Animal title"/>
          <p:cNvSpPr/>
          <p:nvPr/>
        </p:nvSpPr>
        <p:spPr>
          <a:xfrm>
            <a:off x="3446004" y="2468327"/>
            <a:ext cx="1566186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3446004" y="2879450"/>
            <a:ext cx="1566186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Divider"/>
          <p:cNvSpPr/>
          <p:nvPr/>
        </p:nvSpPr>
        <p:spPr>
          <a:xfrm>
            <a:off x="3446004" y="3532028"/>
            <a:ext cx="1566186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3446004" y="2468327"/>
            <a:ext cx="1566186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Animal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3576520" y="2885977"/>
            <a:ext cx="1305155" cy="652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name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+int age</a:t>
            </a:r>
          </a:p>
        </p:txBody>
      </p:sp>
      <p:sp>
        <p:nvSpPr>
          <p:cNvPr id="23" name="Text 13"/>
          <p:cNvSpPr txBox="1"/>
          <p:nvPr/>
        </p:nvSpPr>
        <p:spPr>
          <a:xfrm>
            <a:off x="3576520" y="3538554"/>
            <a:ext cx="1305155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+makeSound() void</a:t>
            </a:r>
          </a:p>
        </p:txBody>
      </p:sp>
      <p:sp>
        <p:nvSpPr>
          <p:cNvPr id="24" name="Dog"/>
          <p:cNvSpPr/>
          <p:nvPr/>
        </p:nvSpPr>
        <p:spPr>
          <a:xfrm>
            <a:off x="5925798" y="1802698"/>
            <a:ext cx="1252949" cy="1148536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25" name="Dog title"/>
          <p:cNvSpPr/>
          <p:nvPr/>
        </p:nvSpPr>
        <p:spPr>
          <a:xfrm>
            <a:off x="5925798" y="1802698"/>
            <a:ext cx="1252949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6" name="Divider"/>
          <p:cNvSpPr/>
          <p:nvPr/>
        </p:nvSpPr>
        <p:spPr>
          <a:xfrm>
            <a:off x="5925798" y="2213821"/>
            <a:ext cx="125294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7" name="Divider"/>
          <p:cNvSpPr/>
          <p:nvPr/>
        </p:nvSpPr>
        <p:spPr>
          <a:xfrm>
            <a:off x="5925798" y="2579265"/>
            <a:ext cx="125294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8" name="Text 18"/>
          <p:cNvSpPr txBox="1"/>
          <p:nvPr/>
        </p:nvSpPr>
        <p:spPr>
          <a:xfrm>
            <a:off x="5925798" y="1802698"/>
            <a:ext cx="1252949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Dog</a:t>
            </a:r>
          </a:p>
        </p:txBody>
      </p:sp>
      <p:sp>
        <p:nvSpPr>
          <p:cNvPr id="29" name="Text 19"/>
          <p:cNvSpPr txBox="1"/>
          <p:nvPr/>
        </p:nvSpPr>
        <p:spPr>
          <a:xfrm>
            <a:off x="6056314" y="2220348"/>
            <a:ext cx="99191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breed</a:t>
            </a:r>
          </a:p>
        </p:txBody>
      </p:sp>
      <p:sp>
        <p:nvSpPr>
          <p:cNvPr id="30" name="Text 20"/>
          <p:cNvSpPr txBox="1"/>
          <p:nvPr/>
        </p:nvSpPr>
        <p:spPr>
          <a:xfrm>
            <a:off x="6056314" y="2585791"/>
            <a:ext cx="99191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+bark() void</a:t>
            </a:r>
          </a:p>
        </p:txBody>
      </p:sp>
      <p:sp>
        <p:nvSpPr>
          <p:cNvPr id="31" name="Cat"/>
          <p:cNvSpPr/>
          <p:nvPr/>
        </p:nvSpPr>
        <p:spPr>
          <a:xfrm>
            <a:off x="5964953" y="3603812"/>
            <a:ext cx="1174639" cy="783093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32" name="Cat title"/>
          <p:cNvSpPr/>
          <p:nvPr/>
        </p:nvSpPr>
        <p:spPr>
          <a:xfrm>
            <a:off x="5964953" y="3603812"/>
            <a:ext cx="1174639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3" name="Divider"/>
          <p:cNvSpPr/>
          <p:nvPr/>
        </p:nvSpPr>
        <p:spPr>
          <a:xfrm>
            <a:off x="5964953" y="4014935"/>
            <a:ext cx="117463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4" name="Text 24"/>
          <p:cNvSpPr txBox="1"/>
          <p:nvPr/>
        </p:nvSpPr>
        <p:spPr>
          <a:xfrm>
            <a:off x="5964953" y="3603812"/>
            <a:ext cx="1174639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Cat</a:t>
            </a:r>
          </a:p>
        </p:txBody>
      </p:sp>
      <p:sp>
        <p:nvSpPr>
          <p:cNvPr id="35" name="Text 25"/>
          <p:cNvSpPr txBox="1"/>
          <p:nvPr/>
        </p:nvSpPr>
        <p:spPr>
          <a:xfrm>
            <a:off x="6095468" y="4021461"/>
            <a:ext cx="91360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+bark() void</a:t>
            </a:r>
          </a:p>
        </p:txBody>
      </p:sp>
      <p:sp>
        <p:nvSpPr>
          <p:cNvPr id="36" name="Owner"/>
          <p:cNvSpPr/>
          <p:nvPr/>
        </p:nvSpPr>
        <p:spPr>
          <a:xfrm>
            <a:off x="770437" y="3564657"/>
            <a:ext cx="1761959" cy="1148536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37" name="Owner title"/>
          <p:cNvSpPr/>
          <p:nvPr/>
        </p:nvSpPr>
        <p:spPr>
          <a:xfrm>
            <a:off x="770437" y="3564657"/>
            <a:ext cx="1761959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8" name="Divider"/>
          <p:cNvSpPr/>
          <p:nvPr/>
        </p:nvSpPr>
        <p:spPr>
          <a:xfrm>
            <a:off x="770437" y="3975780"/>
            <a:ext cx="176195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9" name="Divider"/>
          <p:cNvSpPr/>
          <p:nvPr/>
        </p:nvSpPr>
        <p:spPr>
          <a:xfrm>
            <a:off x="770437" y="4341224"/>
            <a:ext cx="176195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0" name="Text 30"/>
          <p:cNvSpPr txBox="1"/>
          <p:nvPr/>
        </p:nvSpPr>
        <p:spPr>
          <a:xfrm>
            <a:off x="770437" y="3564657"/>
            <a:ext cx="1761959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Owner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900953" y="3982307"/>
            <a:ext cx="150092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name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900953" y="4347750"/>
            <a:ext cx="150092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+feed(Animal a) void</a:t>
            </a:r>
          </a:p>
        </p:txBody>
      </p:sp>
      <p:sp>
        <p:nvSpPr>
          <p:cNvPr id="43" name="Address"/>
          <p:cNvSpPr/>
          <p:nvPr/>
        </p:nvSpPr>
        <p:spPr>
          <a:xfrm>
            <a:off x="3563468" y="4556575"/>
            <a:ext cx="1331258" cy="1070227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44" name="Address title"/>
          <p:cNvSpPr/>
          <p:nvPr/>
        </p:nvSpPr>
        <p:spPr>
          <a:xfrm>
            <a:off x="3563468" y="4556575"/>
            <a:ext cx="1331258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45" name="Divider"/>
          <p:cNvSpPr/>
          <p:nvPr/>
        </p:nvSpPr>
        <p:spPr>
          <a:xfrm>
            <a:off x="3563468" y="4967698"/>
            <a:ext cx="1331258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6" name="Text 36"/>
          <p:cNvSpPr txBox="1"/>
          <p:nvPr/>
        </p:nvSpPr>
        <p:spPr>
          <a:xfrm>
            <a:off x="3563468" y="4556575"/>
            <a:ext cx="1331258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47" name="Text 37"/>
          <p:cNvSpPr txBox="1"/>
          <p:nvPr/>
        </p:nvSpPr>
        <p:spPr>
          <a:xfrm>
            <a:off x="3693984" y="4974224"/>
            <a:ext cx="1070227" cy="652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street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city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classDiagram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direction LR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Animal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name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+int age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+makeSound() void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Dog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breed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+bark() void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Cat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+bark() void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Owner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name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+feed(Animal a) void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Animal &lt;|-- Dog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Animal &lt;|-- Cat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Owner "1" --&gt; "many" Animal : owns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Owner *-- Address : has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Address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street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city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class-diagram.md</dc:title>
  <dc:creator>md2nativedocx</dc:creator>
  <cp:lastModifiedBy>md2nativedocx</cp:lastModifiedBy>
  <dcterms:created xsi:type="dcterms:W3CDTF">2026-10-05T12:12:47Z</dcterms:created>
  <dcterms:modified xsi:type="dcterms:W3CDTF">2026-10-05T12:12:47Z</dcterms:modified>
</cp:coreProperties>
</file>