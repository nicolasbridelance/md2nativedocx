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class-diagram</a:t>
            </a:r>
          </a:p>
        </p:txBody>
      </p:sp>
      <p:cxnSp>
        <p:nvCxnSpPr>
          <p:cNvPr id="11" name="Connector 1"/>
          <p:cNvCxnSpPr/>
          <p:nvPr/>
        </p:nvCxnSpPr>
        <p:spPr>
          <a:xfrm flipV="1">
            <a:off x="7348440" y="2363361"/>
            <a:ext cx="1102777" cy="384114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2" name="Connector 2"/>
          <p:cNvCxnSpPr/>
          <p:nvPr/>
        </p:nvCxnSpPr>
        <p:spPr>
          <a:xfrm>
            <a:off x="7348440" y="3405955"/>
            <a:ext cx="1150039" cy="40057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triangle" w="lg" len="lg"/>
          </a:ln>
        </p:spPr>
      </p:cxnSp>
      <p:cxnSp>
        <p:nvCxnSpPr>
          <p:cNvPr id="13" name="Connector 3"/>
          <p:cNvCxnSpPr/>
          <p:nvPr/>
        </p:nvCxnSpPr>
        <p:spPr>
          <a:xfrm flipV="1">
            <a:off x="4355188" y="3426094"/>
            <a:ext cx="1102777" cy="407608"/>
          </a:xfrm>
          <a:prstGeom prst="line">
            <a:avLst/>
          </a:prstGeom>
          <a:ln w="15754">
            <a:solidFill>
              <a:srgbClr val="2F5496"/>
            </a:solidFill>
            <a:prstDash val="solid"/>
            <a:tailEnd type="triangle" w="sm" len="sm"/>
          </a:ln>
        </p:spPr>
      </p:cxnSp>
      <p:sp>
        <p:nvSpPr>
          <p:cNvPr id="14" name="Text 4"/>
          <p:cNvSpPr txBox="1"/>
          <p:nvPr/>
        </p:nvSpPr>
        <p:spPr>
          <a:xfrm>
            <a:off x="4660814" y="3472358"/>
            <a:ext cx="491524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owns</a:t>
            </a:r>
          </a:p>
        </p:txBody>
      </p:sp>
      <p:cxnSp>
        <p:nvCxnSpPr>
          <p:cNvPr id="15" name="Connector 5"/>
          <p:cNvCxnSpPr/>
          <p:nvPr/>
        </p:nvCxnSpPr>
        <p:spPr>
          <a:xfrm>
            <a:off x="4355188" y="4619805"/>
            <a:ext cx="1244563" cy="460016"/>
          </a:xfrm>
          <a:prstGeom prst="line">
            <a:avLst/>
          </a:prstGeom>
          <a:ln w="15754">
            <a:solidFill>
              <a:srgbClr val="2F5496"/>
            </a:solidFill>
            <a:prstDash val="solid"/>
            <a:headEnd type="diamond" w="lg" len="lg"/>
          </a:ln>
        </p:spPr>
      </p:cxnSp>
      <p:sp>
        <p:nvSpPr>
          <p:cNvPr id="16" name="Text 6"/>
          <p:cNvSpPr txBox="1"/>
          <p:nvPr/>
        </p:nvSpPr>
        <p:spPr>
          <a:xfrm>
            <a:off x="4769516" y="4692274"/>
            <a:ext cx="415905" cy="31507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1323" dirty="0">
                <a:solidFill>
                  <a:srgbClr val="000000"/>
                </a:solidFill>
              </a:rPr>
              <a:t>has</a:t>
            </a:r>
          </a:p>
        </p:txBody>
      </p:sp>
      <p:sp>
        <p:nvSpPr>
          <p:cNvPr id="17" name="Animal"/>
          <p:cNvSpPr/>
          <p:nvPr/>
        </p:nvSpPr>
        <p:spPr>
          <a:xfrm>
            <a:off x="5457965" y="2210247"/>
            <a:ext cx="1890475" cy="173293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18" name="Animal title"/>
          <p:cNvSpPr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19" name="Divider"/>
          <p:cNvSpPr/>
          <p:nvPr/>
        </p:nvSpPr>
        <p:spPr>
          <a:xfrm>
            <a:off x="5457965" y="2706496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0" name="Divider"/>
          <p:cNvSpPr/>
          <p:nvPr/>
        </p:nvSpPr>
        <p:spPr>
          <a:xfrm>
            <a:off x="5457965" y="3494194"/>
            <a:ext cx="1890475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1" name="Text 11"/>
          <p:cNvSpPr txBox="1"/>
          <p:nvPr/>
        </p:nvSpPr>
        <p:spPr>
          <a:xfrm>
            <a:off x="5457965" y="2210247"/>
            <a:ext cx="1890475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Animal</a:t>
            </a:r>
          </a:p>
        </p:txBody>
      </p:sp>
      <p:sp>
        <p:nvSpPr>
          <p:cNvPr id="22" name="Text 12"/>
          <p:cNvSpPr txBox="1"/>
          <p:nvPr/>
        </p:nvSpPr>
        <p:spPr>
          <a:xfrm>
            <a:off x="5615504" y="2714374"/>
            <a:ext cx="1575396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+int age</a:t>
            </a:r>
          </a:p>
        </p:txBody>
      </p:sp>
      <p:sp>
        <p:nvSpPr>
          <p:cNvPr id="23" name="Text 13"/>
          <p:cNvSpPr txBox="1"/>
          <p:nvPr/>
        </p:nvSpPr>
        <p:spPr>
          <a:xfrm>
            <a:off x="5615504" y="3502072"/>
            <a:ext cx="1575396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+makeSound() void</a:t>
            </a:r>
          </a:p>
        </p:txBody>
      </p:sp>
      <p:sp>
        <p:nvSpPr>
          <p:cNvPr id="24" name="Dog"/>
          <p:cNvSpPr/>
          <p:nvPr/>
        </p:nvSpPr>
        <p:spPr>
          <a:xfrm>
            <a:off x="8451217" y="1406795"/>
            <a:ext cx="1512380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25" name="Dog title"/>
          <p:cNvSpPr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26" name="Divider"/>
          <p:cNvSpPr/>
          <p:nvPr/>
        </p:nvSpPr>
        <p:spPr>
          <a:xfrm>
            <a:off x="8451217" y="1903044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7" name="Divider"/>
          <p:cNvSpPr/>
          <p:nvPr/>
        </p:nvSpPr>
        <p:spPr>
          <a:xfrm>
            <a:off x="8451217" y="2344155"/>
            <a:ext cx="1512380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28" name="Text 18"/>
          <p:cNvSpPr txBox="1"/>
          <p:nvPr/>
        </p:nvSpPr>
        <p:spPr>
          <a:xfrm>
            <a:off x="8451217" y="1406795"/>
            <a:ext cx="1512380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Dog</a:t>
            </a:r>
          </a:p>
        </p:txBody>
      </p:sp>
      <p:sp>
        <p:nvSpPr>
          <p:cNvPr id="29" name="Text 19"/>
          <p:cNvSpPr txBox="1"/>
          <p:nvPr/>
        </p:nvSpPr>
        <p:spPr>
          <a:xfrm>
            <a:off x="8608756" y="1910922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breed</a:t>
            </a:r>
          </a:p>
        </p:txBody>
      </p:sp>
      <p:sp>
        <p:nvSpPr>
          <p:cNvPr id="30" name="Text 20"/>
          <p:cNvSpPr txBox="1"/>
          <p:nvPr/>
        </p:nvSpPr>
        <p:spPr>
          <a:xfrm>
            <a:off x="8608756" y="2352033"/>
            <a:ext cx="1197301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1" name="Cat"/>
          <p:cNvSpPr/>
          <p:nvPr/>
        </p:nvSpPr>
        <p:spPr>
          <a:xfrm>
            <a:off x="8498479" y="3580841"/>
            <a:ext cx="1417856" cy="94523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2" name="Cat title"/>
          <p:cNvSpPr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3" name="Divider"/>
          <p:cNvSpPr/>
          <p:nvPr/>
        </p:nvSpPr>
        <p:spPr>
          <a:xfrm>
            <a:off x="8498479" y="4077090"/>
            <a:ext cx="1417856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4" name="Text 24"/>
          <p:cNvSpPr txBox="1"/>
          <p:nvPr/>
        </p:nvSpPr>
        <p:spPr>
          <a:xfrm>
            <a:off x="8498479" y="3580841"/>
            <a:ext cx="1417856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Cat</a:t>
            </a:r>
          </a:p>
        </p:txBody>
      </p:sp>
      <p:sp>
        <p:nvSpPr>
          <p:cNvPr id="35" name="Text 25"/>
          <p:cNvSpPr txBox="1"/>
          <p:nvPr/>
        </p:nvSpPr>
        <p:spPr>
          <a:xfrm>
            <a:off x="8656018" y="4084968"/>
            <a:ext cx="1102777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+bark() void</a:t>
            </a:r>
          </a:p>
        </p:txBody>
      </p:sp>
      <p:sp>
        <p:nvSpPr>
          <p:cNvPr id="36" name="Owner"/>
          <p:cNvSpPr/>
          <p:nvPr/>
        </p:nvSpPr>
        <p:spPr>
          <a:xfrm>
            <a:off x="2228403" y="3533579"/>
            <a:ext cx="2126784" cy="1386348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37" name="Owner title"/>
          <p:cNvSpPr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38" name="Divider"/>
          <p:cNvSpPr/>
          <p:nvPr/>
        </p:nvSpPr>
        <p:spPr>
          <a:xfrm>
            <a:off x="2228403" y="4029828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39" name="Divider"/>
          <p:cNvSpPr/>
          <p:nvPr/>
        </p:nvSpPr>
        <p:spPr>
          <a:xfrm>
            <a:off x="2228403" y="4470939"/>
            <a:ext cx="212678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0" name="Text 30"/>
          <p:cNvSpPr txBox="1"/>
          <p:nvPr/>
        </p:nvSpPr>
        <p:spPr>
          <a:xfrm>
            <a:off x="2228403" y="3533579"/>
            <a:ext cx="212678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Owner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2385943" y="4037706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name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2385943" y="4478817"/>
            <a:ext cx="1811705" cy="4411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+feed(Animal a) void</a:t>
            </a:r>
          </a:p>
        </p:txBody>
      </p:sp>
      <p:sp>
        <p:nvSpPr>
          <p:cNvPr id="43" name="Address"/>
          <p:cNvSpPr/>
          <p:nvPr/>
        </p:nvSpPr>
        <p:spPr>
          <a:xfrm>
            <a:off x="5599750" y="4730880"/>
            <a:ext cx="1606904" cy="1291825"/>
          </a:xfrm>
          <a:prstGeom prst="rect">
            <a:avLst/>
          </a:prstGeom>
          <a:solidFill>
            <a:srgbClr val="FFFFFF"/>
          </a:solidFill>
          <a:ln w="15754">
            <a:solidFill>
              <a:srgbClr val="2F5496"/>
            </a:solidFill>
          </a:ln>
        </p:spPr>
      </p:sp>
      <p:sp>
        <p:nvSpPr>
          <p:cNvPr id="44" name="Address title"/>
          <p:cNvSpPr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solidFill>
            <a:srgbClr val="D9E2F3"/>
          </a:solidFill>
          <a:ln>
            <a:noFill/>
          </a:ln>
        </p:spPr>
      </p:sp>
      <p:sp>
        <p:nvSpPr>
          <p:cNvPr id="45" name="Divider"/>
          <p:cNvSpPr/>
          <p:nvPr/>
        </p:nvSpPr>
        <p:spPr>
          <a:xfrm>
            <a:off x="5599750" y="5227129"/>
            <a:ext cx="1606904" cy="15754"/>
          </a:xfrm>
          <a:prstGeom prst="rect">
            <a:avLst/>
          </a:prstGeom>
          <a:solidFill>
            <a:srgbClr val="2F5496"/>
          </a:solidFill>
          <a:ln>
            <a:noFill/>
          </a:ln>
        </p:spPr>
      </p:sp>
      <p:sp>
        <p:nvSpPr>
          <p:cNvPr id="46" name="Text 36"/>
          <p:cNvSpPr txBox="1"/>
          <p:nvPr/>
        </p:nvSpPr>
        <p:spPr>
          <a:xfrm>
            <a:off x="5599750" y="4730880"/>
            <a:ext cx="1606904" cy="504127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1819" dirty="0">
                <a:solidFill>
                  <a:srgbClr val="000000"/>
                </a:solidFill>
              </a:rPr>
              <a:t>Address</a:t>
            </a:r>
          </a:p>
        </p:txBody>
      </p:sp>
      <p:sp>
        <p:nvSpPr>
          <p:cNvPr id="47" name="Text 37"/>
          <p:cNvSpPr txBox="1"/>
          <p:nvPr/>
        </p:nvSpPr>
        <p:spPr>
          <a:xfrm>
            <a:off x="5757290" y="5235007"/>
            <a:ext cx="1291825" cy="7876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street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489" dirty="0">
                <a:solidFill>
                  <a:srgbClr val="000000"/>
                </a:solidFill>
              </a:rPr>
              <a:t>+String city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class-diagram.md</dc:title>
  <dc:creator>md2nativedocx</dc:creator>
  <cp:lastModifiedBy>md2nativedocx</cp:lastModifiedBy>
  <dcterms:created xsi:type="dcterms:W3CDTF">2026-10-05T11:54:21Z</dcterms:created>
  <dcterms:modified xsi:type="dcterms:W3CDTF">2026-10-05T11:54:21Z</dcterms:modified>
</cp:coreProperties>
</file>