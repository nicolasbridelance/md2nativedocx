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/>
      </a:lvl1pPr>
    </p:titleStyle>
    <p:bodyStyle>
      <a:lvl1pPr algn="l">
        <a:defRPr sz="1800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treemap</a:t>
            </a:r>
          </a:p>
        </p:txBody>
      </p:sp>
      <p:sp>
        <p:nvSpPr>
          <p:cNvPr id="11" name="Box 1"/>
          <p:cNvSpPr/>
          <p:nvPr/>
        </p:nvSpPr>
        <p:spPr>
          <a:xfrm>
            <a:off x="2207623" y="1233351"/>
            <a:ext cx="5956663" cy="4962797"/>
          </a:xfrm>
          <a:prstGeom prst="rect">
            <a:avLst/>
          </a:prstGeom>
          <a:solidFill>
            <a:srgbClr val="ABC0E4"/>
          </a:solidFill>
          <a:ln w="12791">
            <a:solidFill>
              <a:srgbClr val="FFFFFF"/>
            </a:solidFill>
          </a:ln>
        </p:spPr>
      </p:sp>
      <p:sp>
        <p:nvSpPr>
          <p:cNvPr id="12" name="Box 2"/>
          <p:cNvSpPr/>
          <p:nvPr/>
        </p:nvSpPr>
        <p:spPr>
          <a:xfrm>
            <a:off x="2207623" y="1233351"/>
            <a:ext cx="5956663" cy="281396"/>
          </a:xfrm>
          <a:prstGeom prst="rect">
            <a:avLst/>
          </a:prstGeom>
          <a:solidFill>
            <a:srgbClr val="698ED0"/>
          </a:solidFill>
          <a:ln w="12791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343" dirty="0">
                <a:solidFill>
                  <a:srgbClr val="FFFFFF"/>
                </a:solidFill>
              </a:rPr>
              <a:t>Products</a:t>
            </a:r>
          </a:p>
        </p:txBody>
      </p:sp>
      <p:sp>
        <p:nvSpPr>
          <p:cNvPr id="13" name="Box 3"/>
          <p:cNvSpPr/>
          <p:nvPr/>
        </p:nvSpPr>
        <p:spPr>
          <a:xfrm>
            <a:off x="2258786" y="1565910"/>
            <a:ext cx="3252409" cy="4579076"/>
          </a:xfrm>
          <a:prstGeom prst="rect">
            <a:avLst/>
          </a:prstGeom>
          <a:solidFill>
            <a:srgbClr val="C1D0EC"/>
          </a:solidFill>
          <a:ln w="12791">
            <a:solidFill>
              <a:srgbClr val="FFFFFF"/>
            </a:solidFill>
          </a:ln>
        </p:spPr>
      </p:sp>
      <p:sp>
        <p:nvSpPr>
          <p:cNvPr id="14" name="Box 4"/>
          <p:cNvSpPr/>
          <p:nvPr/>
        </p:nvSpPr>
        <p:spPr>
          <a:xfrm>
            <a:off x="2258786" y="1565910"/>
            <a:ext cx="3252409" cy="281396"/>
          </a:xfrm>
          <a:prstGeom prst="rect">
            <a:avLst/>
          </a:prstGeom>
          <a:solidFill>
            <a:srgbClr val="85A3D9"/>
          </a:solidFill>
          <a:ln w="12791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343" dirty="0">
                <a:solidFill>
                  <a:srgbClr val="000000"/>
                </a:solidFill>
              </a:rPr>
              <a:t>Electronics</a:t>
            </a:r>
          </a:p>
        </p:txBody>
      </p:sp>
      <p:sp>
        <p:nvSpPr>
          <p:cNvPr id="15" name="Box 5"/>
          <p:cNvSpPr/>
          <p:nvPr/>
        </p:nvSpPr>
        <p:spPr>
          <a:xfrm>
            <a:off x="2309949" y="1898469"/>
            <a:ext cx="3150084" cy="2097677"/>
          </a:xfrm>
          <a:prstGeom prst="rect">
            <a:avLst/>
          </a:prstGeom>
          <a:solidFill>
            <a:srgbClr val="BECEEA"/>
          </a:solidFill>
          <a:ln w="12791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43" dirty="0">
                <a:solidFill>
                  <a:srgbClr val="000000"/>
                </a:solidFill>
              </a:rPr>
              <a:t>Phones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43" dirty="0">
                <a:solidFill>
                  <a:srgbClr val="000000"/>
                </a:solidFill>
              </a:rPr>
              <a:t>50</a:t>
            </a:r>
          </a:p>
        </p:txBody>
      </p:sp>
      <p:sp>
        <p:nvSpPr>
          <p:cNvPr id="16" name="Box 6"/>
          <p:cNvSpPr/>
          <p:nvPr/>
        </p:nvSpPr>
        <p:spPr>
          <a:xfrm>
            <a:off x="2309949" y="3996146"/>
            <a:ext cx="1890050" cy="2097677"/>
          </a:xfrm>
          <a:prstGeom prst="rect">
            <a:avLst/>
          </a:prstGeom>
          <a:solidFill>
            <a:srgbClr val="BECEEA"/>
          </a:solidFill>
          <a:ln w="12791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43" dirty="0">
                <a:solidFill>
                  <a:srgbClr val="000000"/>
                </a:solidFill>
              </a:rPr>
              <a:t>Computers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43" dirty="0">
                <a:solidFill>
                  <a:srgbClr val="000000"/>
                </a:solidFill>
              </a:rPr>
              <a:t>30</a:t>
            </a:r>
          </a:p>
        </p:txBody>
      </p:sp>
      <p:sp>
        <p:nvSpPr>
          <p:cNvPr id="17" name="Box 7"/>
          <p:cNvSpPr/>
          <p:nvPr/>
        </p:nvSpPr>
        <p:spPr>
          <a:xfrm>
            <a:off x="4199999" y="3996146"/>
            <a:ext cx="1260034" cy="2097677"/>
          </a:xfrm>
          <a:prstGeom prst="rect">
            <a:avLst/>
          </a:prstGeom>
          <a:solidFill>
            <a:srgbClr val="BECEEA"/>
          </a:solidFill>
          <a:ln w="12791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43" dirty="0">
                <a:solidFill>
                  <a:srgbClr val="000000"/>
                </a:solidFill>
              </a:rPr>
              <a:t>Accessories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43" dirty="0">
                <a:solidFill>
                  <a:srgbClr val="000000"/>
                </a:solidFill>
              </a:rPr>
              <a:t>20</a:t>
            </a:r>
          </a:p>
        </p:txBody>
      </p:sp>
      <p:sp>
        <p:nvSpPr>
          <p:cNvPr id="18" name="Box 8"/>
          <p:cNvSpPr/>
          <p:nvPr/>
        </p:nvSpPr>
        <p:spPr>
          <a:xfrm>
            <a:off x="5511195" y="1565910"/>
            <a:ext cx="2601928" cy="4579076"/>
          </a:xfrm>
          <a:prstGeom prst="rect">
            <a:avLst/>
          </a:prstGeom>
          <a:solidFill>
            <a:srgbClr val="C1D0EC"/>
          </a:solidFill>
          <a:ln w="12791">
            <a:solidFill>
              <a:srgbClr val="FFFFFF"/>
            </a:solidFill>
          </a:ln>
        </p:spPr>
      </p:sp>
      <p:sp>
        <p:nvSpPr>
          <p:cNvPr id="19" name="Box 9"/>
          <p:cNvSpPr/>
          <p:nvPr/>
        </p:nvSpPr>
        <p:spPr>
          <a:xfrm>
            <a:off x="5511195" y="1565910"/>
            <a:ext cx="2601928" cy="281396"/>
          </a:xfrm>
          <a:prstGeom prst="rect">
            <a:avLst/>
          </a:prstGeom>
          <a:solidFill>
            <a:srgbClr val="85A3D9"/>
          </a:solidFill>
          <a:ln w="12791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343" dirty="0">
                <a:solidFill>
                  <a:srgbClr val="000000"/>
                </a:solidFill>
              </a:rPr>
              <a:t>Clothing</a:t>
            </a:r>
          </a:p>
        </p:txBody>
      </p:sp>
      <p:sp>
        <p:nvSpPr>
          <p:cNvPr id="20" name="Box 10"/>
          <p:cNvSpPr/>
          <p:nvPr/>
        </p:nvSpPr>
        <p:spPr>
          <a:xfrm>
            <a:off x="5562358" y="1898469"/>
            <a:ext cx="2499602" cy="2097677"/>
          </a:xfrm>
          <a:prstGeom prst="rect">
            <a:avLst/>
          </a:prstGeom>
          <a:solidFill>
            <a:srgbClr val="BECEEA"/>
          </a:solidFill>
          <a:ln w="12791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43" dirty="0">
                <a:solidFill>
                  <a:srgbClr val="000000"/>
                </a:solidFill>
              </a:rPr>
              <a:t>Men's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43" dirty="0">
                <a:solidFill>
                  <a:srgbClr val="000000"/>
                </a:solidFill>
              </a:rPr>
              <a:t>40</a:t>
            </a:r>
          </a:p>
        </p:txBody>
      </p:sp>
      <p:sp>
        <p:nvSpPr>
          <p:cNvPr id="21" name="Box 11"/>
          <p:cNvSpPr/>
          <p:nvPr/>
        </p:nvSpPr>
        <p:spPr>
          <a:xfrm>
            <a:off x="5562358" y="3996146"/>
            <a:ext cx="2499602" cy="2097677"/>
          </a:xfrm>
          <a:prstGeom prst="rect">
            <a:avLst/>
          </a:prstGeom>
          <a:solidFill>
            <a:srgbClr val="FF9966"/>
          </a:solidFill>
          <a:ln w="12791">
            <a:solidFill>
              <a:srgbClr val="333333"/>
            </a:solidFill>
          </a:ln>
        </p:spPr>
      </p:sp>
      <p:sp>
        <p:nvSpPr>
          <p:cNvPr id="22" name="Box 12"/>
          <p:cNvSpPr/>
          <p:nvPr/>
        </p:nvSpPr>
        <p:spPr>
          <a:xfrm>
            <a:off x="5562358" y="3996146"/>
            <a:ext cx="2499602" cy="281396"/>
          </a:xfrm>
          <a:prstGeom prst="rect">
            <a:avLst/>
          </a:prstGeom>
          <a:solidFill>
            <a:srgbClr val="FF9966"/>
          </a:solidFill>
          <a:ln w="12791">
            <a:solidFill>
              <a:srgbClr val="333333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343" dirty="0">
                <a:solidFill>
                  <a:srgbClr val="000000"/>
                </a:solidFill>
              </a:rPr>
              <a:t>Women's</a:t>
            </a:r>
          </a:p>
        </p:txBody>
      </p:sp>
      <p:sp>
        <p:nvSpPr>
          <p:cNvPr id="23" name="Box 13"/>
          <p:cNvSpPr/>
          <p:nvPr/>
        </p:nvSpPr>
        <p:spPr>
          <a:xfrm>
            <a:off x="5613521" y="4328704"/>
            <a:ext cx="1498298" cy="1713956"/>
          </a:xfrm>
          <a:prstGeom prst="rect">
            <a:avLst/>
          </a:prstGeom>
          <a:solidFill>
            <a:srgbClr val="DAE3F3"/>
          </a:solidFill>
          <a:ln w="12791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43" dirty="0">
                <a:solidFill>
                  <a:srgbClr val="000000"/>
                </a:solidFill>
              </a:rPr>
              <a:t>Dresses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43" dirty="0">
                <a:solidFill>
                  <a:srgbClr val="000000"/>
                </a:solidFill>
              </a:rPr>
              <a:t>25</a:t>
            </a:r>
          </a:p>
        </p:txBody>
      </p:sp>
      <p:sp>
        <p:nvSpPr>
          <p:cNvPr id="24" name="Box 14"/>
          <p:cNvSpPr/>
          <p:nvPr/>
        </p:nvSpPr>
        <p:spPr>
          <a:xfrm>
            <a:off x="7111819" y="4328704"/>
            <a:ext cx="898978" cy="1713956"/>
          </a:xfrm>
          <a:prstGeom prst="rect">
            <a:avLst/>
          </a:prstGeom>
          <a:solidFill>
            <a:srgbClr val="DAE3F3"/>
          </a:solidFill>
          <a:ln w="12791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43" dirty="0">
                <a:solidFill>
                  <a:srgbClr val="000000"/>
                </a:solidFill>
              </a:rPr>
              <a:t>Tops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43" dirty="0">
                <a:solidFill>
                  <a:srgbClr val="000000"/>
                </a:solidFill>
              </a:rPr>
              <a:t>15</a:t>
            </a:r>
          </a:p>
        </p:txBody>
      </p:sp>
      <p:sp>
        <p:nvSpPr>
          <p:cNvPr id="25" name="Box 15"/>
          <p:cNvSpPr/>
          <p:nvPr/>
        </p:nvSpPr>
        <p:spPr>
          <a:xfrm>
            <a:off x="8164286" y="1233351"/>
            <a:ext cx="1820091" cy="4962797"/>
          </a:xfrm>
          <a:prstGeom prst="rect">
            <a:avLst/>
          </a:prstGeom>
          <a:solidFill>
            <a:srgbClr val="F7C5A2"/>
          </a:solidFill>
          <a:ln w="12791">
            <a:solidFill>
              <a:srgbClr val="FFFFFF"/>
            </a:solidFill>
          </a:ln>
        </p:spPr>
      </p:sp>
      <p:sp>
        <p:nvSpPr>
          <p:cNvPr id="26" name="Box 16"/>
          <p:cNvSpPr/>
          <p:nvPr/>
        </p:nvSpPr>
        <p:spPr>
          <a:xfrm>
            <a:off x="8164286" y="1233351"/>
            <a:ext cx="1820091" cy="281396"/>
          </a:xfrm>
          <a:prstGeom prst="rect">
            <a:avLst/>
          </a:prstGeom>
          <a:solidFill>
            <a:srgbClr val="F1975A"/>
          </a:solidFill>
          <a:ln w="12791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343" dirty="0">
                <a:solidFill>
                  <a:srgbClr val="FFFFFF"/>
                </a:solidFill>
              </a:rPr>
              <a:t>Services</a:t>
            </a:r>
          </a:p>
        </p:txBody>
      </p:sp>
      <p:sp>
        <p:nvSpPr>
          <p:cNvPr id="27" name="Box 17"/>
          <p:cNvSpPr/>
          <p:nvPr/>
        </p:nvSpPr>
        <p:spPr>
          <a:xfrm>
            <a:off x="8215449" y="1565910"/>
            <a:ext cx="1717765" cy="2913957"/>
          </a:xfrm>
          <a:prstGeom prst="rect">
            <a:avLst/>
          </a:prstGeom>
          <a:solidFill>
            <a:srgbClr val="F6BE98"/>
          </a:solidFill>
          <a:ln w="12791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43" dirty="0">
                <a:solidFill>
                  <a:srgbClr val="000000"/>
                </a:solidFill>
              </a:rPr>
              <a:t>Support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43" dirty="0">
                <a:solidFill>
                  <a:srgbClr val="000000"/>
                </a:solidFill>
              </a:rPr>
              <a:t>35</a:t>
            </a:r>
          </a:p>
        </p:txBody>
      </p:sp>
      <p:sp>
        <p:nvSpPr>
          <p:cNvPr id="28" name="Box 18"/>
          <p:cNvSpPr/>
          <p:nvPr/>
        </p:nvSpPr>
        <p:spPr>
          <a:xfrm>
            <a:off x="8215449" y="4479867"/>
            <a:ext cx="1030659" cy="1665119"/>
          </a:xfrm>
          <a:prstGeom prst="rect">
            <a:avLst/>
          </a:prstGeom>
          <a:solidFill>
            <a:srgbClr val="F6BE98"/>
          </a:solidFill>
          <a:ln w="12791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43" dirty="0">
                <a:solidFill>
                  <a:srgbClr val="000000"/>
                </a:solidFill>
              </a:rPr>
              <a:t>Consulting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43" dirty="0">
                <a:solidFill>
                  <a:srgbClr val="000000"/>
                </a:solidFill>
              </a:rPr>
              <a:t>12</a:t>
            </a:r>
          </a:p>
        </p:txBody>
      </p:sp>
      <p:sp>
        <p:nvSpPr>
          <p:cNvPr id="29" name="Box 19"/>
          <p:cNvSpPr/>
          <p:nvPr/>
        </p:nvSpPr>
        <p:spPr>
          <a:xfrm>
            <a:off x="9246108" y="4479867"/>
            <a:ext cx="687106" cy="1665119"/>
          </a:xfrm>
          <a:prstGeom prst="rect">
            <a:avLst/>
          </a:prstGeom>
          <a:solidFill>
            <a:srgbClr val="F6BE98"/>
          </a:solidFill>
          <a:ln w="12791">
            <a:solidFill>
              <a:srgbClr val="FFFFFF"/>
            </a:solidFill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74" dirty="0">
                <a:solidFill>
                  <a:srgbClr val="000000"/>
                </a:solidFill>
              </a:rPr>
              <a:t>Training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74" dirty="0">
                <a:solidFill>
                  <a:srgbClr val="000000"/>
                </a:solidFill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d2nativedocx">
  <a:themeElements>
    <a:clrScheme name="md2nativedocx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2nativedocx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md2nativedoc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md2nativedocx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treemap.md</dc:title>
  <dc:creator>md2nativedocx</dc:creator>
  <cp:lastModifiedBy>md2nativedocx</cp:lastModifiedBy>
  <dcterms:created xsi:type="dcterms:W3CDTF">2026-10-05T11:54:33Z</dcterms:created>
  <dcterms:modified xsi:type="dcterms:W3CDTF">2026-10-05T11:54:33Z</dcterms:modified>
</cp:coreProperties>
</file>