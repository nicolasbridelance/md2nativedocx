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treemap</a:t>
            </a:r>
          </a:p>
        </p:txBody>
      </p:sp>
      <p:sp>
        <p:nvSpPr>
          <p:cNvPr id="11" name="Box 1"/>
          <p:cNvSpPr/>
          <p:nvPr/>
        </p:nvSpPr>
        <p:spPr>
          <a:xfrm>
            <a:off x="633070" y="1582331"/>
            <a:ext cx="5118928" cy="4264838"/>
          </a:xfrm>
          <a:prstGeom prst="rect">
            <a:avLst/>
          </a:prstGeom>
          <a:solidFill>
            <a:srgbClr val="ABC0E4"/>
          </a:solidFill>
          <a:ln w="10992">
            <a:solidFill>
              <a:srgbClr val="FFFFFF"/>
            </a:solidFill>
          </a:ln>
        </p:spPr>
      </p:sp>
      <p:sp>
        <p:nvSpPr>
          <p:cNvPr id="12" name="Box 2"/>
          <p:cNvSpPr/>
          <p:nvPr/>
        </p:nvSpPr>
        <p:spPr>
          <a:xfrm>
            <a:off x="633070" y="1582331"/>
            <a:ext cx="5118928" cy="241821"/>
          </a:xfrm>
          <a:prstGeom prst="rect">
            <a:avLst/>
          </a:prstGeom>
          <a:solidFill>
            <a:srgbClr val="698ED0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54" dirty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3" name="Box 3"/>
          <p:cNvSpPr/>
          <p:nvPr/>
        </p:nvSpPr>
        <p:spPr>
          <a:xfrm>
            <a:off x="677037" y="1868119"/>
            <a:ext cx="2794996" cy="3935082"/>
          </a:xfrm>
          <a:prstGeom prst="rect">
            <a:avLst/>
          </a:prstGeom>
          <a:solidFill>
            <a:srgbClr val="C1D0EC"/>
          </a:solidFill>
          <a:ln w="10992">
            <a:solidFill>
              <a:srgbClr val="FFFFFF"/>
            </a:solidFill>
          </a:ln>
        </p:spPr>
      </p:sp>
      <p:sp>
        <p:nvSpPr>
          <p:cNvPr id="14" name="Box 4"/>
          <p:cNvSpPr/>
          <p:nvPr/>
        </p:nvSpPr>
        <p:spPr>
          <a:xfrm>
            <a:off x="677037" y="1868119"/>
            <a:ext cx="2794996" cy="241821"/>
          </a:xfrm>
          <a:prstGeom prst="rect">
            <a:avLst/>
          </a:prstGeom>
          <a:solidFill>
            <a:srgbClr val="85A3D9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54" dirty="0">
                <a:solidFill>
                  <a:srgbClr val="000000"/>
                </a:solidFill>
              </a:rPr>
              <a:t>Electronics</a:t>
            </a:r>
          </a:p>
        </p:txBody>
      </p:sp>
      <p:sp>
        <p:nvSpPr>
          <p:cNvPr id="15" name="Box 5"/>
          <p:cNvSpPr/>
          <p:nvPr/>
        </p:nvSpPr>
        <p:spPr>
          <a:xfrm>
            <a:off x="721004" y="2153907"/>
            <a:ext cx="2707061" cy="1802663"/>
          </a:xfrm>
          <a:prstGeom prst="rect">
            <a:avLst/>
          </a:prstGeom>
          <a:solidFill>
            <a:srgbClr val="BECEEA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Phones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50</a:t>
            </a:r>
          </a:p>
        </p:txBody>
      </p:sp>
      <p:sp>
        <p:nvSpPr>
          <p:cNvPr id="16" name="Box 6"/>
          <p:cNvSpPr/>
          <p:nvPr/>
        </p:nvSpPr>
        <p:spPr>
          <a:xfrm>
            <a:off x="721004" y="3956571"/>
            <a:ext cx="1624237" cy="1802663"/>
          </a:xfrm>
          <a:prstGeom prst="rect">
            <a:avLst/>
          </a:prstGeom>
          <a:solidFill>
            <a:srgbClr val="BECEEA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Computers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Box 7"/>
          <p:cNvSpPr/>
          <p:nvPr/>
        </p:nvSpPr>
        <p:spPr>
          <a:xfrm>
            <a:off x="2345241" y="3956571"/>
            <a:ext cx="1082825" cy="1802663"/>
          </a:xfrm>
          <a:prstGeom prst="rect">
            <a:avLst/>
          </a:prstGeom>
          <a:solidFill>
            <a:srgbClr val="BECEEA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Accessories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18" name="Box 8"/>
          <p:cNvSpPr/>
          <p:nvPr/>
        </p:nvSpPr>
        <p:spPr>
          <a:xfrm>
            <a:off x="3472033" y="1868119"/>
            <a:ext cx="2235997" cy="3935082"/>
          </a:xfrm>
          <a:prstGeom prst="rect">
            <a:avLst/>
          </a:prstGeom>
          <a:solidFill>
            <a:srgbClr val="C1D0EC"/>
          </a:solidFill>
          <a:ln w="10992">
            <a:solidFill>
              <a:srgbClr val="FFFFFF"/>
            </a:solidFill>
          </a:ln>
        </p:spPr>
      </p:sp>
      <p:sp>
        <p:nvSpPr>
          <p:cNvPr id="19" name="Box 9"/>
          <p:cNvSpPr/>
          <p:nvPr/>
        </p:nvSpPr>
        <p:spPr>
          <a:xfrm>
            <a:off x="3472033" y="1868119"/>
            <a:ext cx="2235997" cy="241821"/>
          </a:xfrm>
          <a:prstGeom prst="rect">
            <a:avLst/>
          </a:prstGeom>
          <a:solidFill>
            <a:srgbClr val="85A3D9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54" dirty="0">
                <a:solidFill>
                  <a:srgbClr val="000000"/>
                </a:solidFill>
              </a:rPr>
              <a:t>Clothing</a:t>
            </a:r>
          </a:p>
        </p:txBody>
      </p:sp>
      <p:sp>
        <p:nvSpPr>
          <p:cNvPr id="20" name="Box 10"/>
          <p:cNvSpPr/>
          <p:nvPr/>
        </p:nvSpPr>
        <p:spPr>
          <a:xfrm>
            <a:off x="3516000" y="2153907"/>
            <a:ext cx="2148063" cy="1802663"/>
          </a:xfrm>
          <a:prstGeom prst="rect">
            <a:avLst/>
          </a:prstGeom>
          <a:solidFill>
            <a:srgbClr val="BECEEA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Men's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1" name="Box 11"/>
          <p:cNvSpPr/>
          <p:nvPr/>
        </p:nvSpPr>
        <p:spPr>
          <a:xfrm>
            <a:off x="3516000" y="3956571"/>
            <a:ext cx="2148063" cy="1802663"/>
          </a:xfrm>
          <a:prstGeom prst="rect">
            <a:avLst/>
          </a:prstGeom>
          <a:solidFill>
            <a:srgbClr val="FF9966"/>
          </a:solidFill>
          <a:ln w="10992">
            <a:solidFill>
              <a:srgbClr val="333333"/>
            </a:solidFill>
          </a:ln>
        </p:spPr>
      </p:sp>
      <p:sp>
        <p:nvSpPr>
          <p:cNvPr id="22" name="Box 12"/>
          <p:cNvSpPr/>
          <p:nvPr/>
        </p:nvSpPr>
        <p:spPr>
          <a:xfrm>
            <a:off x="3516000" y="3956571"/>
            <a:ext cx="2148063" cy="241821"/>
          </a:xfrm>
          <a:prstGeom prst="rect">
            <a:avLst/>
          </a:prstGeom>
          <a:solidFill>
            <a:srgbClr val="FF9966"/>
          </a:solidFill>
          <a:ln w="10992">
            <a:solidFill>
              <a:srgbClr val="333333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54" dirty="0">
                <a:solidFill>
                  <a:srgbClr val="000000"/>
                </a:solidFill>
              </a:rPr>
              <a:t>Women's</a:t>
            </a:r>
          </a:p>
        </p:txBody>
      </p:sp>
      <p:sp>
        <p:nvSpPr>
          <p:cNvPr id="23" name="Box 13"/>
          <p:cNvSpPr/>
          <p:nvPr/>
        </p:nvSpPr>
        <p:spPr>
          <a:xfrm>
            <a:off x="3559968" y="4242359"/>
            <a:ext cx="1287580" cy="1472908"/>
          </a:xfrm>
          <a:prstGeom prst="rect">
            <a:avLst/>
          </a:prstGeom>
          <a:solidFill>
            <a:srgbClr val="DAE3F3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Dresses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25</a:t>
            </a:r>
          </a:p>
        </p:txBody>
      </p:sp>
      <p:sp>
        <p:nvSpPr>
          <p:cNvPr id="24" name="Box 14"/>
          <p:cNvSpPr/>
          <p:nvPr/>
        </p:nvSpPr>
        <p:spPr>
          <a:xfrm>
            <a:off x="4847548" y="4242359"/>
            <a:ext cx="772548" cy="1472908"/>
          </a:xfrm>
          <a:prstGeom prst="rect">
            <a:avLst/>
          </a:prstGeom>
          <a:solidFill>
            <a:srgbClr val="DAE3F3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Tops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15</a:t>
            </a:r>
          </a:p>
        </p:txBody>
      </p:sp>
      <p:sp>
        <p:nvSpPr>
          <p:cNvPr id="25" name="Box 15"/>
          <p:cNvSpPr/>
          <p:nvPr/>
        </p:nvSpPr>
        <p:spPr>
          <a:xfrm>
            <a:off x="5751998" y="1582331"/>
            <a:ext cx="1564117" cy="4264838"/>
          </a:xfrm>
          <a:prstGeom prst="rect">
            <a:avLst/>
          </a:prstGeom>
          <a:solidFill>
            <a:srgbClr val="F7C5A2"/>
          </a:solidFill>
          <a:ln w="10992">
            <a:solidFill>
              <a:srgbClr val="FFFFFF"/>
            </a:solidFill>
          </a:ln>
        </p:spPr>
      </p:sp>
      <p:sp>
        <p:nvSpPr>
          <p:cNvPr id="26" name="Box 16"/>
          <p:cNvSpPr/>
          <p:nvPr/>
        </p:nvSpPr>
        <p:spPr>
          <a:xfrm>
            <a:off x="5751998" y="1582331"/>
            <a:ext cx="1564117" cy="241821"/>
          </a:xfrm>
          <a:prstGeom prst="rect">
            <a:avLst/>
          </a:prstGeom>
          <a:solidFill>
            <a:srgbClr val="F1975A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54" dirty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27" name="Box 17"/>
          <p:cNvSpPr/>
          <p:nvPr/>
        </p:nvSpPr>
        <p:spPr>
          <a:xfrm>
            <a:off x="5795965" y="1868119"/>
            <a:ext cx="1476182" cy="2504143"/>
          </a:xfrm>
          <a:prstGeom prst="rect">
            <a:avLst/>
          </a:prstGeom>
          <a:solidFill>
            <a:srgbClr val="F6BE98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Support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35</a:t>
            </a:r>
          </a:p>
        </p:txBody>
      </p:sp>
      <p:sp>
        <p:nvSpPr>
          <p:cNvPr id="28" name="Box 18"/>
          <p:cNvSpPr/>
          <p:nvPr/>
        </p:nvSpPr>
        <p:spPr>
          <a:xfrm>
            <a:off x="5795965" y="4372262"/>
            <a:ext cx="885709" cy="1430939"/>
          </a:xfrm>
          <a:prstGeom prst="rect">
            <a:avLst/>
          </a:prstGeom>
          <a:solidFill>
            <a:srgbClr val="F6BE98"/>
          </a:solidFill>
          <a:ln w="10992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Consulting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54" dirty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29" name="Box 19"/>
          <p:cNvSpPr/>
          <p:nvPr/>
        </p:nvSpPr>
        <p:spPr>
          <a:xfrm>
            <a:off x="6681674" y="4372262"/>
            <a:ext cx="590473" cy="1430939"/>
          </a:xfrm>
          <a:prstGeom prst="rect">
            <a:avLst/>
          </a:prstGeom>
          <a:solidFill>
            <a:srgbClr val="F6BE98"/>
          </a:solidFill>
          <a:ln w="10992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23" dirty="0">
                <a:solidFill>
                  <a:srgbClr val="000000"/>
                </a:solidFill>
              </a:rPr>
              <a:t>Training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23" dirty="0">
                <a:solidFill>
                  <a:srgbClr val="000000"/>
                </a:solidFill>
              </a:rPr>
              <a:t>8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treemap-beta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"Products"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"Electronics"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"Phones": 50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"Computers": 30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"Accessories": 20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"Clothing"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"Men's": 40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"Women's":::important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    "Dresses": 25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    "Tops": 15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"Services"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"Support": 35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"Consulting": 12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"Training": 8</a:t>
            </a:r>
          </a:p>
          <a:p>
            <a:endParaRPr lang="en-US" sz="1400" dirty="0"/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classDef important fill:#f96,stroke:#333,color:#000;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treemap.md</dc:title>
  <dc:creator>md2nativedocx</dc:creator>
  <cp:lastModifiedBy>md2nativedocx</cp:lastModifiedBy>
  <dcterms:created xsi:type="dcterms:W3CDTF">2026-10-05T12:12:58Z</dcterms:created>
  <dcterms:modified xsi:type="dcterms:W3CDTF">2026-10-05T12:12:58Z</dcterms:modified>
</cp:coreProperties>
</file>