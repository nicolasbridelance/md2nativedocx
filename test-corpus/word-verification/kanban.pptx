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kanban</a:t>
            </a:r>
          </a:p>
        </p:txBody>
      </p:sp>
      <p:sp>
        <p:nvSpPr>
          <p:cNvPr id="11" name="Box 1"/>
          <p:cNvSpPr/>
          <p:nvPr/>
        </p:nvSpPr>
        <p:spPr>
          <a:xfrm>
            <a:off x="662558" y="2581000"/>
            <a:ext cx="1711320" cy="2267499"/>
          </a:xfrm>
          <a:prstGeom prst="rect">
            <a:avLst/>
          </a:prstGeom>
          <a:solidFill>
            <a:srgbClr val="E9EEF8"/>
          </a:solidFill>
          <a:ln>
            <a:noFill/>
          </a:ln>
        </p:spPr>
      </p:sp>
      <p:sp>
        <p:nvSpPr>
          <p:cNvPr id="12" name="Box 2"/>
          <p:cNvSpPr/>
          <p:nvPr/>
        </p:nvSpPr>
        <p:spPr>
          <a:xfrm>
            <a:off x="662558" y="2581000"/>
            <a:ext cx="1711320" cy="31659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Todo</a:t>
            </a:r>
          </a:p>
        </p:txBody>
      </p:sp>
      <p:sp>
        <p:nvSpPr>
          <p:cNvPr id="13" name="Box 3"/>
          <p:cNvSpPr/>
          <p:nvPr/>
        </p:nvSpPr>
        <p:spPr>
          <a:xfrm>
            <a:off x="696785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Documentation</a:t>
            </a:r>
          </a:p>
        </p:txBody>
      </p:sp>
      <p:sp>
        <p:nvSpPr>
          <p:cNvPr id="14" name="Box 4"/>
          <p:cNvSpPr/>
          <p:nvPr/>
        </p:nvSpPr>
        <p:spPr>
          <a:xfrm>
            <a:off x="696785" y="349655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 Blog about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the new diagram</a:t>
            </a:r>
          </a:p>
        </p:txBody>
      </p:sp>
      <p:sp>
        <p:nvSpPr>
          <p:cNvPr id="15" name="Box 5"/>
          <p:cNvSpPr/>
          <p:nvPr/>
        </p:nvSpPr>
        <p:spPr>
          <a:xfrm>
            <a:off x="2493671" y="2581000"/>
            <a:ext cx="1711320" cy="2267499"/>
          </a:xfrm>
          <a:prstGeom prst="rect">
            <a:avLst/>
          </a:prstGeom>
          <a:solidFill>
            <a:srgbClr val="FDEFE6"/>
          </a:solidFill>
          <a:ln>
            <a:noFill/>
          </a:ln>
        </p:spPr>
      </p:sp>
      <p:sp>
        <p:nvSpPr>
          <p:cNvPr id="16" name="Box 6"/>
          <p:cNvSpPr/>
          <p:nvPr/>
        </p:nvSpPr>
        <p:spPr>
          <a:xfrm>
            <a:off x="2493671" y="2581000"/>
            <a:ext cx="1711320" cy="3165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7" name="Box 7"/>
          <p:cNvSpPr/>
          <p:nvPr/>
        </p:nvSpPr>
        <p:spPr>
          <a:xfrm>
            <a:off x="2527897" y="2966047"/>
            <a:ext cx="1642867" cy="1334830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 renderer so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that it works in 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cases. We also add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some extra text 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for testing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purposes. And some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more just for the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extra flare.</a:t>
            </a:r>
          </a:p>
        </p:txBody>
      </p:sp>
      <p:sp>
        <p:nvSpPr>
          <p:cNvPr id="18" name="Box 8"/>
          <p:cNvSpPr/>
          <p:nvPr/>
        </p:nvSpPr>
        <p:spPr>
          <a:xfrm>
            <a:off x="4324784" y="2581000"/>
            <a:ext cx="1711320" cy="2267499"/>
          </a:xfrm>
          <a:prstGeom prst="rect">
            <a:avLst/>
          </a:prstGeom>
          <a:solidFill>
            <a:srgbClr val="EEF5E9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4324784" y="2581000"/>
            <a:ext cx="1711320" cy="31659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Ready for deploy</a:t>
            </a:r>
          </a:p>
        </p:txBody>
      </p:sp>
      <p:sp>
        <p:nvSpPr>
          <p:cNvPr id="20" name="Box 10"/>
          <p:cNvSpPr/>
          <p:nvPr/>
        </p:nvSpPr>
        <p:spPr>
          <a:xfrm>
            <a:off x="4359010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Design grammar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knsv</a:t>
            </a:r>
          </a:p>
        </p:txBody>
      </p:sp>
      <p:sp>
        <p:nvSpPr>
          <p:cNvPr id="21" name="Box 11"/>
          <p:cNvSpPr/>
          <p:nvPr/>
        </p:nvSpPr>
        <p:spPr>
          <a:xfrm>
            <a:off x="6155896" y="2581000"/>
            <a:ext cx="1711320" cy="2267499"/>
          </a:xfrm>
          <a:prstGeom prst="rect">
            <a:avLst/>
          </a:prstGeom>
          <a:solidFill>
            <a:srgbClr val="FFF7E0"/>
          </a:solidFill>
          <a:ln>
            <a:noFill/>
          </a:ln>
        </p:spPr>
      </p:sp>
      <p:sp>
        <p:nvSpPr>
          <p:cNvPr id="22" name="Box 12"/>
          <p:cNvSpPr/>
          <p:nvPr/>
        </p:nvSpPr>
        <p:spPr>
          <a:xfrm>
            <a:off x="6155896" y="2581000"/>
            <a:ext cx="1711320" cy="31659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Ready for test</a:t>
            </a:r>
          </a:p>
        </p:txBody>
      </p:sp>
      <p:sp>
        <p:nvSpPr>
          <p:cNvPr id="23" name="Box 13"/>
          <p:cNvSpPr/>
          <p:nvPr/>
        </p:nvSpPr>
        <p:spPr>
          <a:xfrm>
            <a:off x="6190123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Create parsing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MC-2038 · K.Sveidqvist</a:t>
            </a:r>
          </a:p>
        </p:txBody>
      </p:sp>
      <p:sp>
        <p:nvSpPr>
          <p:cNvPr id="24" name="Box 14"/>
          <p:cNvSpPr/>
          <p:nvPr/>
        </p:nvSpPr>
        <p:spPr>
          <a:xfrm>
            <a:off x="6190123" y="2966047"/>
            <a:ext cx="42783" cy="4620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25" name="Box 15"/>
          <p:cNvSpPr/>
          <p:nvPr/>
        </p:nvSpPr>
        <p:spPr>
          <a:xfrm>
            <a:off x="6190123" y="349655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last item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knsv</a:t>
            </a:r>
          </a:p>
        </p:txBody>
      </p:sp>
      <p:sp>
        <p:nvSpPr>
          <p:cNvPr id="26" name="Box 16"/>
          <p:cNvSpPr/>
          <p:nvPr/>
        </p:nvSpPr>
        <p:spPr>
          <a:xfrm>
            <a:off x="6190123" y="3496557"/>
            <a:ext cx="42783" cy="462056"/>
          </a:xfrm>
          <a:prstGeom prst="rect">
            <a:avLst/>
          </a:prstGeom>
          <a:solidFill>
            <a:srgbClr val="BDD7EE"/>
          </a:solidFill>
          <a:ln>
            <a:noFill/>
          </a:ln>
        </p:spPr>
      </p:sp>
      <p:sp>
        <p:nvSpPr>
          <p:cNvPr id="27" name="Box 17"/>
          <p:cNvSpPr/>
          <p:nvPr/>
        </p:nvSpPr>
        <p:spPr>
          <a:xfrm>
            <a:off x="7987009" y="2581000"/>
            <a:ext cx="1711320" cy="2267499"/>
          </a:xfrm>
          <a:prstGeom prst="rect">
            <a:avLst/>
          </a:prstGeom>
          <a:solidFill>
            <a:srgbClr val="EEE6F4"/>
          </a:solidFill>
          <a:ln>
            <a:noFill/>
          </a:ln>
        </p:spPr>
      </p:sp>
      <p:sp>
        <p:nvSpPr>
          <p:cNvPr id="28" name="Box 18"/>
          <p:cNvSpPr/>
          <p:nvPr/>
        </p:nvSpPr>
        <p:spPr>
          <a:xfrm>
            <a:off x="7987009" y="2581000"/>
            <a:ext cx="1711320" cy="31659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9" name="Box 19"/>
          <p:cNvSpPr/>
          <p:nvPr/>
        </p:nvSpPr>
        <p:spPr>
          <a:xfrm>
            <a:off x="8021235" y="2966047"/>
            <a:ext cx="1642867" cy="316594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define getData</a:t>
            </a:r>
          </a:p>
        </p:txBody>
      </p:sp>
      <p:sp>
        <p:nvSpPr>
          <p:cNvPr id="30" name="Box 20"/>
          <p:cNvSpPr/>
          <p:nvPr/>
        </p:nvSpPr>
        <p:spPr>
          <a:xfrm>
            <a:off x="8021235" y="3351095"/>
            <a:ext cx="1642867" cy="898443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Title of diagram 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more than 100 chars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when user duplicates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diagram with 100 char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MC-2036</a:t>
            </a:r>
          </a:p>
        </p:txBody>
      </p:sp>
      <p:sp>
        <p:nvSpPr>
          <p:cNvPr id="31" name="Box 21"/>
          <p:cNvSpPr/>
          <p:nvPr/>
        </p:nvSpPr>
        <p:spPr>
          <a:xfrm>
            <a:off x="8021235" y="3351095"/>
            <a:ext cx="42783" cy="898443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32" name="Box 22"/>
          <p:cNvSpPr/>
          <p:nvPr/>
        </p:nvSpPr>
        <p:spPr>
          <a:xfrm>
            <a:off x="8021235" y="4317990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Update DB function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MC-2037 · knsv</a:t>
            </a:r>
          </a:p>
        </p:txBody>
      </p:sp>
      <p:sp>
        <p:nvSpPr>
          <p:cNvPr id="33" name="Box 23"/>
          <p:cNvSpPr/>
          <p:nvPr/>
        </p:nvSpPr>
        <p:spPr>
          <a:xfrm>
            <a:off x="8021235" y="4317990"/>
            <a:ext cx="42783" cy="462056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4" name="Box 24"/>
          <p:cNvSpPr/>
          <p:nvPr/>
        </p:nvSpPr>
        <p:spPr>
          <a:xfrm>
            <a:off x="9818121" y="2581000"/>
            <a:ext cx="1711320" cy="2267499"/>
          </a:xfrm>
          <a:prstGeom prst="rect">
            <a:avLst/>
          </a:prstGeom>
          <a:solidFill>
            <a:srgbClr val="EBF3FA"/>
          </a:solidFill>
          <a:ln>
            <a:noFill/>
          </a:ln>
        </p:spPr>
      </p:sp>
      <p:sp>
        <p:nvSpPr>
          <p:cNvPr id="35" name="Box 25"/>
          <p:cNvSpPr/>
          <p:nvPr/>
        </p:nvSpPr>
        <p:spPr>
          <a:xfrm>
            <a:off x="9818121" y="2581000"/>
            <a:ext cx="1711320" cy="31659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00" dirty="0">
                <a:solidFill>
                  <a:srgbClr val="FFFFFF"/>
                </a:solidFill>
              </a:rPr>
              <a:t>Can't reproduce</a:t>
            </a:r>
          </a:p>
        </p:txBody>
      </p:sp>
      <p:sp>
        <p:nvSpPr>
          <p:cNvPr id="36" name="Box 26"/>
          <p:cNvSpPr/>
          <p:nvPr/>
        </p:nvSpPr>
        <p:spPr>
          <a:xfrm>
            <a:off x="9852348" y="2966047"/>
            <a:ext cx="1642867" cy="462056"/>
          </a:xfrm>
          <a:prstGeom prst="rect">
            <a:avLst/>
          </a:prstGeom>
          <a:solidFill>
            <a:srgbClr val="FFFFFF"/>
          </a:solidFill>
          <a:ln w="8557">
            <a:solidFill>
              <a:srgbClr val="BFBFBF"/>
            </a:solidFill>
          </a:ln>
        </p:spPr>
        <p:txBody>
          <a:bodyPr wrap="square" lIns="68453" tIns="0" rIns="68453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Weird flickering 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</a:rPr>
              <a:t>Firefox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kanban.md</dc:title>
  <dc:creator>md2nativedocx</dc:creator>
  <cp:lastModifiedBy>md2nativedocx</cp:lastModifiedBy>
  <dcterms:created xsi:type="dcterms:W3CDTF">2026-10-05T11:54:25Z</dcterms:created>
  <dcterms:modified xsi:type="dcterms:W3CDTF">2026-10-05T11:54:25Z</dcterms:modified>
</cp:coreProperties>
</file>