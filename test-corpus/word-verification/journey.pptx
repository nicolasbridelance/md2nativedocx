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journey</a:t>
            </a:r>
          </a:p>
        </p:txBody>
      </p:sp>
      <p:sp>
        <p:nvSpPr>
          <p:cNvPr id="11" name="Box 1"/>
          <p:cNvSpPr/>
          <p:nvPr/>
        </p:nvSpPr>
        <p:spPr>
          <a:xfrm>
            <a:off x="457200" y="1883880"/>
            <a:ext cx="11277600" cy="6126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My working day</a:t>
            </a:r>
          </a:p>
        </p:txBody>
      </p:sp>
      <p:sp>
        <p:nvSpPr>
          <p:cNvPr id="12" name="Box 2"/>
          <p:cNvSpPr/>
          <p:nvPr/>
        </p:nvSpPr>
        <p:spPr>
          <a:xfrm>
            <a:off x="2517799" y="2705335"/>
            <a:ext cx="5235034" cy="417689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FFFFFF"/>
                </a:solidFill>
              </a:rPr>
              <a:t>Go to work</a:t>
            </a:r>
          </a:p>
        </p:txBody>
      </p:sp>
      <p:sp>
        <p:nvSpPr>
          <p:cNvPr id="13" name="Box 3"/>
          <p:cNvSpPr/>
          <p:nvPr/>
        </p:nvSpPr>
        <p:spPr>
          <a:xfrm>
            <a:off x="7864216" y="2705335"/>
            <a:ext cx="3452895" cy="41768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FFFFFF"/>
                </a:solidFill>
              </a:rPr>
              <a:t>Go home</a:t>
            </a:r>
          </a:p>
        </p:txBody>
      </p:sp>
      <p:sp>
        <p:nvSpPr>
          <p:cNvPr id="14" name="Box 4"/>
          <p:cNvSpPr/>
          <p:nvPr/>
        </p:nvSpPr>
        <p:spPr>
          <a:xfrm>
            <a:off x="2517799" y="3234408"/>
            <a:ext cx="1670756" cy="515150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Make tea</a:t>
            </a:r>
          </a:p>
        </p:txBody>
      </p:sp>
      <p:sp>
        <p:nvSpPr>
          <p:cNvPr id="15" name="Box 5"/>
          <p:cNvSpPr/>
          <p:nvPr/>
        </p:nvSpPr>
        <p:spPr>
          <a:xfrm>
            <a:off x="4299938" y="3234408"/>
            <a:ext cx="1670756" cy="515150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Go upstairs</a:t>
            </a:r>
          </a:p>
        </p:txBody>
      </p:sp>
      <p:sp>
        <p:nvSpPr>
          <p:cNvPr id="16" name="Box 6"/>
          <p:cNvSpPr/>
          <p:nvPr/>
        </p:nvSpPr>
        <p:spPr>
          <a:xfrm>
            <a:off x="6082077" y="3234408"/>
            <a:ext cx="1670756" cy="515150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Do work</a:t>
            </a:r>
          </a:p>
        </p:txBody>
      </p:sp>
      <p:sp>
        <p:nvSpPr>
          <p:cNvPr id="17" name="Box 7"/>
          <p:cNvSpPr/>
          <p:nvPr/>
        </p:nvSpPr>
        <p:spPr>
          <a:xfrm>
            <a:off x="7864216" y="3234408"/>
            <a:ext cx="1670756" cy="515150"/>
          </a:xfrm>
          <a:prstGeom prst="rect">
            <a:avLst/>
          </a:prstGeom>
          <a:solidFill>
            <a:srgbClr val="FBE5D6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Go downstairs</a:t>
            </a:r>
          </a:p>
        </p:txBody>
      </p:sp>
      <p:sp>
        <p:nvSpPr>
          <p:cNvPr id="18" name="Box 8"/>
          <p:cNvSpPr/>
          <p:nvPr/>
        </p:nvSpPr>
        <p:spPr>
          <a:xfrm>
            <a:off x="9646356" y="3234408"/>
            <a:ext cx="1670756" cy="515150"/>
          </a:xfrm>
          <a:prstGeom prst="rect">
            <a:avLst/>
          </a:prstGeom>
          <a:solidFill>
            <a:srgbClr val="FBE5D6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Sit down</a:t>
            </a:r>
          </a:p>
        </p:txBody>
      </p:sp>
      <p:sp>
        <p:nvSpPr>
          <p:cNvPr id="19" name="Box 9"/>
          <p:cNvSpPr/>
          <p:nvPr/>
        </p:nvSpPr>
        <p:spPr>
          <a:xfrm>
            <a:off x="2517799" y="3860941"/>
            <a:ext cx="1670756" cy="417689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5/5</a:t>
            </a:r>
          </a:p>
        </p:txBody>
      </p:sp>
      <p:sp>
        <p:nvSpPr>
          <p:cNvPr id="20" name="Box 10"/>
          <p:cNvSpPr/>
          <p:nvPr/>
        </p:nvSpPr>
        <p:spPr>
          <a:xfrm>
            <a:off x="4299938" y="3860941"/>
            <a:ext cx="1670756" cy="417689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3/5</a:t>
            </a:r>
          </a:p>
        </p:txBody>
      </p:sp>
      <p:sp>
        <p:nvSpPr>
          <p:cNvPr id="21" name="Box 11"/>
          <p:cNvSpPr/>
          <p:nvPr/>
        </p:nvSpPr>
        <p:spPr>
          <a:xfrm>
            <a:off x="6082077" y="3860941"/>
            <a:ext cx="1670756" cy="417689"/>
          </a:xfrm>
          <a:prstGeom prst="rect">
            <a:avLst/>
          </a:prstGeom>
          <a:solidFill>
            <a:srgbClr val="E06666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1/5</a:t>
            </a:r>
          </a:p>
        </p:txBody>
      </p:sp>
      <p:sp>
        <p:nvSpPr>
          <p:cNvPr id="22" name="Box 12"/>
          <p:cNvSpPr/>
          <p:nvPr/>
        </p:nvSpPr>
        <p:spPr>
          <a:xfrm>
            <a:off x="7864216" y="3860941"/>
            <a:ext cx="1670756" cy="417689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5/5</a:t>
            </a:r>
          </a:p>
        </p:txBody>
      </p:sp>
      <p:sp>
        <p:nvSpPr>
          <p:cNvPr id="23" name="Box 13"/>
          <p:cNvSpPr/>
          <p:nvPr/>
        </p:nvSpPr>
        <p:spPr>
          <a:xfrm>
            <a:off x="9646356" y="3860941"/>
            <a:ext cx="1670756" cy="417689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5/5</a:t>
            </a:r>
          </a:p>
        </p:txBody>
      </p:sp>
      <p:sp>
        <p:nvSpPr>
          <p:cNvPr id="24" name="Box 14"/>
          <p:cNvSpPr/>
          <p:nvPr/>
        </p:nvSpPr>
        <p:spPr>
          <a:xfrm>
            <a:off x="874889" y="4390014"/>
            <a:ext cx="1531526" cy="361997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FFFFFF"/>
                </a:solidFill>
              </a:rPr>
              <a:t>Me</a:t>
            </a:r>
          </a:p>
        </p:txBody>
      </p:sp>
      <p:sp>
        <p:nvSpPr>
          <p:cNvPr id="25" name="Box 15"/>
          <p:cNvSpPr/>
          <p:nvPr/>
        </p:nvSpPr>
        <p:spPr>
          <a:xfrm>
            <a:off x="2517799" y="4390014"/>
            <a:ext cx="1670756" cy="361997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8" dirty="0">
                <a:solidFill>
                  <a:srgbClr val="000000"/>
                </a:solidFill>
              </a:rPr>
              <a:t>Me</a:t>
            </a:r>
          </a:p>
        </p:txBody>
      </p:sp>
      <p:sp>
        <p:nvSpPr>
          <p:cNvPr id="26" name="Box 16"/>
          <p:cNvSpPr/>
          <p:nvPr/>
        </p:nvSpPr>
        <p:spPr>
          <a:xfrm>
            <a:off x="4299938" y="4390014"/>
            <a:ext cx="1670756" cy="361997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8" dirty="0">
                <a:solidFill>
                  <a:srgbClr val="000000"/>
                </a:solidFill>
              </a:rPr>
              <a:t>Me</a:t>
            </a:r>
          </a:p>
        </p:txBody>
      </p:sp>
      <p:sp>
        <p:nvSpPr>
          <p:cNvPr id="27" name="Box 17"/>
          <p:cNvSpPr/>
          <p:nvPr/>
        </p:nvSpPr>
        <p:spPr>
          <a:xfrm>
            <a:off x="6082077" y="4390014"/>
            <a:ext cx="1670756" cy="361997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8" dirty="0">
                <a:solidFill>
                  <a:srgbClr val="000000"/>
                </a:solidFill>
              </a:rPr>
              <a:t>Me</a:t>
            </a:r>
          </a:p>
        </p:txBody>
      </p:sp>
      <p:sp>
        <p:nvSpPr>
          <p:cNvPr id="28" name="Box 18"/>
          <p:cNvSpPr/>
          <p:nvPr/>
        </p:nvSpPr>
        <p:spPr>
          <a:xfrm>
            <a:off x="7864216" y="4390014"/>
            <a:ext cx="1670756" cy="361997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8" dirty="0">
                <a:solidFill>
                  <a:srgbClr val="000000"/>
                </a:solidFill>
              </a:rPr>
              <a:t>Me</a:t>
            </a:r>
          </a:p>
        </p:txBody>
      </p:sp>
      <p:sp>
        <p:nvSpPr>
          <p:cNvPr id="29" name="Box 19"/>
          <p:cNvSpPr/>
          <p:nvPr/>
        </p:nvSpPr>
        <p:spPr>
          <a:xfrm>
            <a:off x="9646356" y="4390014"/>
            <a:ext cx="1670756" cy="361997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8" dirty="0">
                <a:solidFill>
                  <a:srgbClr val="000000"/>
                </a:solidFill>
              </a:rPr>
              <a:t>Me</a:t>
            </a:r>
          </a:p>
        </p:txBody>
      </p:sp>
      <p:sp>
        <p:nvSpPr>
          <p:cNvPr id="30" name="Box 20"/>
          <p:cNvSpPr/>
          <p:nvPr/>
        </p:nvSpPr>
        <p:spPr>
          <a:xfrm>
            <a:off x="874889" y="4863394"/>
            <a:ext cx="1531526" cy="36199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FFFFFF"/>
                </a:solidFill>
              </a:rPr>
              <a:t>Cat</a:t>
            </a:r>
          </a:p>
        </p:txBody>
      </p:sp>
      <p:sp>
        <p:nvSpPr>
          <p:cNvPr id="31" name="Box 21"/>
          <p:cNvSpPr/>
          <p:nvPr/>
        </p:nvSpPr>
        <p:spPr>
          <a:xfrm>
            <a:off x="6082077" y="4863394"/>
            <a:ext cx="1670756" cy="361997"/>
          </a:xfrm>
          <a:prstGeom prst="rect">
            <a:avLst/>
          </a:prstGeom>
          <a:solidFill>
            <a:srgbClr val="F8CBAD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8" dirty="0">
                <a:solidFill>
                  <a:srgbClr val="000000"/>
                </a:solidFill>
              </a:rPr>
              <a:t>Cat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journey.md</dc:title>
  <dc:creator>md2nativedocx</dc:creator>
  <cp:lastModifiedBy>md2nativedocx</cp:lastModifiedBy>
  <dcterms:created xsi:type="dcterms:W3CDTF">2026-10-05T12:06:27Z</dcterms:created>
  <dcterms:modified xsi:type="dcterms:W3CDTF">2026-10-05T12:06:27Z</dcterms:modified>
</cp:coreProperties>
</file>