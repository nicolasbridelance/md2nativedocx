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journey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2572684"/>
            <a:ext cx="7034784" cy="382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My working day</a:t>
            </a:r>
          </a:p>
        </p:txBody>
      </p:sp>
      <p:sp>
        <p:nvSpPr>
          <p:cNvPr id="12" name="Box 2"/>
          <p:cNvSpPr/>
          <p:nvPr/>
        </p:nvSpPr>
        <p:spPr>
          <a:xfrm>
            <a:off x="1742568" y="3085094"/>
            <a:ext cx="3265529" cy="2605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Go to work</a:t>
            </a:r>
          </a:p>
        </p:txBody>
      </p:sp>
      <p:sp>
        <p:nvSpPr>
          <p:cNvPr id="13" name="Box 3"/>
          <p:cNvSpPr/>
          <p:nvPr/>
        </p:nvSpPr>
        <p:spPr>
          <a:xfrm>
            <a:off x="5077577" y="3085094"/>
            <a:ext cx="2153860" cy="2605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Go home</a:t>
            </a:r>
          </a:p>
        </p:txBody>
      </p:sp>
      <p:sp>
        <p:nvSpPr>
          <p:cNvPr id="14" name="Box 4"/>
          <p:cNvSpPr/>
          <p:nvPr/>
        </p:nvSpPr>
        <p:spPr>
          <a:xfrm>
            <a:off x="1742568" y="3415121"/>
            <a:ext cx="1042190" cy="32134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Make tea</a:t>
            </a:r>
          </a:p>
        </p:txBody>
      </p:sp>
      <p:sp>
        <p:nvSpPr>
          <p:cNvPr id="15" name="Box 5"/>
          <p:cNvSpPr/>
          <p:nvPr/>
        </p:nvSpPr>
        <p:spPr>
          <a:xfrm>
            <a:off x="2854238" y="3415121"/>
            <a:ext cx="1042190" cy="32134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Go upstairs</a:t>
            </a:r>
          </a:p>
        </p:txBody>
      </p:sp>
      <p:sp>
        <p:nvSpPr>
          <p:cNvPr id="16" name="Box 6"/>
          <p:cNvSpPr/>
          <p:nvPr/>
        </p:nvSpPr>
        <p:spPr>
          <a:xfrm>
            <a:off x="3965907" y="3415121"/>
            <a:ext cx="1042190" cy="32134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Do work</a:t>
            </a:r>
          </a:p>
        </p:txBody>
      </p:sp>
      <p:sp>
        <p:nvSpPr>
          <p:cNvPr id="17" name="Box 7"/>
          <p:cNvSpPr/>
          <p:nvPr/>
        </p:nvSpPr>
        <p:spPr>
          <a:xfrm>
            <a:off x="5077577" y="3415121"/>
            <a:ext cx="1042190" cy="321342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Go downstairs</a:t>
            </a:r>
          </a:p>
        </p:txBody>
      </p:sp>
      <p:sp>
        <p:nvSpPr>
          <p:cNvPr id="18" name="Box 8"/>
          <p:cNvSpPr/>
          <p:nvPr/>
        </p:nvSpPr>
        <p:spPr>
          <a:xfrm>
            <a:off x="6189246" y="3415121"/>
            <a:ext cx="1042190" cy="321342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Sit down</a:t>
            </a:r>
          </a:p>
        </p:txBody>
      </p:sp>
      <p:sp>
        <p:nvSpPr>
          <p:cNvPr id="19" name="Box 9"/>
          <p:cNvSpPr/>
          <p:nvPr/>
        </p:nvSpPr>
        <p:spPr>
          <a:xfrm>
            <a:off x="1742568" y="3805942"/>
            <a:ext cx="1042190" cy="26054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0" name="Box 10"/>
          <p:cNvSpPr/>
          <p:nvPr/>
        </p:nvSpPr>
        <p:spPr>
          <a:xfrm>
            <a:off x="2854238" y="3805942"/>
            <a:ext cx="1042190" cy="26054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3/5</a:t>
            </a:r>
          </a:p>
        </p:txBody>
      </p:sp>
      <p:sp>
        <p:nvSpPr>
          <p:cNvPr id="21" name="Box 11"/>
          <p:cNvSpPr/>
          <p:nvPr/>
        </p:nvSpPr>
        <p:spPr>
          <a:xfrm>
            <a:off x="3965907" y="3805942"/>
            <a:ext cx="1042190" cy="260548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1/5</a:t>
            </a:r>
          </a:p>
        </p:txBody>
      </p:sp>
      <p:sp>
        <p:nvSpPr>
          <p:cNvPr id="22" name="Box 12"/>
          <p:cNvSpPr/>
          <p:nvPr/>
        </p:nvSpPr>
        <p:spPr>
          <a:xfrm>
            <a:off x="5077577" y="3805942"/>
            <a:ext cx="1042190" cy="26054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3" name="Box 13"/>
          <p:cNvSpPr/>
          <p:nvPr/>
        </p:nvSpPr>
        <p:spPr>
          <a:xfrm>
            <a:off x="6189246" y="3805942"/>
            <a:ext cx="1042190" cy="26054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4" name="Box 14"/>
          <p:cNvSpPr/>
          <p:nvPr/>
        </p:nvSpPr>
        <p:spPr>
          <a:xfrm>
            <a:off x="717748" y="4135969"/>
            <a:ext cx="955341" cy="2258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Me</a:t>
            </a:r>
          </a:p>
        </p:txBody>
      </p:sp>
      <p:sp>
        <p:nvSpPr>
          <p:cNvPr id="25" name="Box 15"/>
          <p:cNvSpPr/>
          <p:nvPr/>
        </p:nvSpPr>
        <p:spPr>
          <a:xfrm>
            <a:off x="1742568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6" name="Box 16"/>
          <p:cNvSpPr/>
          <p:nvPr/>
        </p:nvSpPr>
        <p:spPr>
          <a:xfrm>
            <a:off x="2854238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7" name="Box 17"/>
          <p:cNvSpPr/>
          <p:nvPr/>
        </p:nvSpPr>
        <p:spPr>
          <a:xfrm>
            <a:off x="3965907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8" name="Box 18"/>
          <p:cNvSpPr/>
          <p:nvPr/>
        </p:nvSpPr>
        <p:spPr>
          <a:xfrm>
            <a:off x="5077577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9" name="Box 19"/>
          <p:cNvSpPr/>
          <p:nvPr/>
        </p:nvSpPr>
        <p:spPr>
          <a:xfrm>
            <a:off x="6189246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30" name="Box 20"/>
          <p:cNvSpPr/>
          <p:nvPr/>
        </p:nvSpPr>
        <p:spPr>
          <a:xfrm>
            <a:off x="717748" y="4431256"/>
            <a:ext cx="955341" cy="225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Cat</a:t>
            </a:r>
          </a:p>
        </p:txBody>
      </p:sp>
      <p:sp>
        <p:nvSpPr>
          <p:cNvPr id="31" name="Box 21"/>
          <p:cNvSpPr/>
          <p:nvPr/>
        </p:nvSpPr>
        <p:spPr>
          <a:xfrm>
            <a:off x="3965907" y="4431256"/>
            <a:ext cx="1042190" cy="225808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Cat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journey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My working day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Go to work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Make tea: 5: 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Go upstairs: 3: 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Do work: 1: Me, Cat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Go home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Go downstairs: 5: 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Sit down: 5: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journey.md</dc:title>
  <dc:creator>md2nativedocx</dc:creator>
  <cp:lastModifiedBy>md2nativedocx</cp:lastModifiedBy>
  <dcterms:created xsi:type="dcterms:W3CDTF">2026-10-05T12:12:50Z</dcterms:created>
  <dcterms:modified xsi:type="dcterms:W3CDTF">2026-10-05T12:12:50Z</dcterms:modified>
</cp:coreProperties>
</file>