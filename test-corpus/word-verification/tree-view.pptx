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tree-view</a:t>
            </a:r>
          </a:p>
        </p:txBody>
      </p:sp>
      <p:sp>
        <p:nvSpPr>
          <p:cNvPr id="11" name="Box 1"/>
          <p:cNvSpPr/>
          <p:nvPr/>
        </p:nvSpPr>
        <p:spPr>
          <a:xfrm>
            <a:off x="4157862" y="1768570"/>
            <a:ext cx="32168" cy="3216826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" name="Box 2"/>
          <p:cNvSpPr/>
          <p:nvPr/>
        </p:nvSpPr>
        <p:spPr>
          <a:xfrm>
            <a:off x="3997021" y="1446887"/>
            <a:ext cx="1544077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2026" dirty="0">
                <a:solidFill>
                  <a:srgbClr val="000000"/>
                </a:solidFill>
              </a:rPr>
              <a:t>packages/</a:t>
            </a:r>
          </a:p>
        </p:txBody>
      </p:sp>
      <p:sp>
        <p:nvSpPr>
          <p:cNvPr id="13" name="Box 3"/>
          <p:cNvSpPr/>
          <p:nvPr/>
        </p:nvSpPr>
        <p:spPr>
          <a:xfrm>
            <a:off x="4157862" y="2025916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4" name="Box 4"/>
          <p:cNvSpPr/>
          <p:nvPr/>
        </p:nvSpPr>
        <p:spPr>
          <a:xfrm>
            <a:off x="4576050" y="2186757"/>
            <a:ext cx="32168" cy="1962264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5" name="Box 5"/>
          <p:cNvSpPr/>
          <p:nvPr/>
        </p:nvSpPr>
        <p:spPr>
          <a:xfrm>
            <a:off x="4415208" y="1865075"/>
            <a:ext cx="997216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2026" dirty="0">
                <a:solidFill>
                  <a:srgbClr val="000000"/>
                </a:solidFill>
              </a:rPr>
              <a:t>core/</a:t>
            </a:r>
          </a:p>
        </p:txBody>
      </p:sp>
      <p:sp>
        <p:nvSpPr>
          <p:cNvPr id="16" name="Box 6"/>
          <p:cNvSpPr/>
          <p:nvPr/>
        </p:nvSpPr>
        <p:spPr>
          <a:xfrm>
            <a:off x="5412424" y="1865075"/>
            <a:ext cx="1334983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i="1" sz="2026" dirty="0">
                <a:solidFill>
                  <a:srgbClr val="595959"/>
                </a:solidFill>
              </a:rPr>
              <a:t>the moat</a:t>
            </a:r>
          </a:p>
        </p:txBody>
      </p:sp>
      <p:sp>
        <p:nvSpPr>
          <p:cNvPr id="17" name="Box 7"/>
          <p:cNvSpPr/>
          <p:nvPr/>
        </p:nvSpPr>
        <p:spPr>
          <a:xfrm>
            <a:off x="4576050" y="2444104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8" name="Box 8"/>
          <p:cNvSpPr/>
          <p:nvPr/>
        </p:nvSpPr>
        <p:spPr>
          <a:xfrm>
            <a:off x="4994237" y="2604945"/>
            <a:ext cx="32168" cy="1125889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9" name="Box 9"/>
          <p:cNvSpPr/>
          <p:nvPr/>
        </p:nvSpPr>
        <p:spPr>
          <a:xfrm>
            <a:off x="4833396" y="2283262"/>
            <a:ext cx="868543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2026" dirty="0">
                <a:solidFill>
                  <a:srgbClr val="000000"/>
                </a:solidFill>
              </a:rPr>
              <a:t>src/</a:t>
            </a:r>
          </a:p>
        </p:txBody>
      </p:sp>
      <p:sp>
        <p:nvSpPr>
          <p:cNvPr id="20" name="Box 10"/>
          <p:cNvSpPr/>
          <p:nvPr/>
        </p:nvSpPr>
        <p:spPr>
          <a:xfrm>
            <a:off x="4994237" y="2862291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1" name="Box 11"/>
          <p:cNvSpPr/>
          <p:nvPr/>
        </p:nvSpPr>
        <p:spPr>
          <a:xfrm>
            <a:off x="5251583" y="2701450"/>
            <a:ext cx="1270646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2026" dirty="0">
                <a:solidFill>
                  <a:srgbClr val="000000"/>
                </a:solidFill>
              </a:rPr>
              <a:t>parser/</a:t>
            </a:r>
          </a:p>
        </p:txBody>
      </p:sp>
      <p:sp>
        <p:nvSpPr>
          <p:cNvPr id="22" name="Box 12"/>
          <p:cNvSpPr/>
          <p:nvPr/>
        </p:nvSpPr>
        <p:spPr>
          <a:xfrm>
            <a:off x="4994237" y="3280478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3" name="Box 13"/>
          <p:cNvSpPr/>
          <p:nvPr/>
        </p:nvSpPr>
        <p:spPr>
          <a:xfrm>
            <a:off x="5251583" y="3119637"/>
            <a:ext cx="1817507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2026" dirty="0">
                <a:solidFill>
                  <a:srgbClr val="000000"/>
                </a:solidFill>
              </a:rPr>
              <a:t>translator/</a:t>
            </a:r>
          </a:p>
        </p:txBody>
      </p:sp>
      <p:sp>
        <p:nvSpPr>
          <p:cNvPr id="24" name="Box 14"/>
          <p:cNvSpPr/>
          <p:nvPr/>
        </p:nvSpPr>
        <p:spPr>
          <a:xfrm>
            <a:off x="4994237" y="3698666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5" name="Box 15"/>
          <p:cNvSpPr/>
          <p:nvPr/>
        </p:nvSpPr>
        <p:spPr>
          <a:xfrm>
            <a:off x="5251583" y="3537825"/>
            <a:ext cx="1415404" cy="353851"/>
          </a:xfrm>
          <a:prstGeom prst="rect">
            <a:avLst/>
          </a:prstGeom>
          <a:solidFill>
            <a:srgbClr val="FFF2CC"/>
          </a:solidFill>
          <a:ln w="16084">
            <a:solidFill>
              <a:srgbClr val="BF9000"/>
            </a:solidFill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2026" dirty="0">
                <a:solidFill>
                  <a:srgbClr val="000000"/>
                </a:solidFill>
              </a:rPr>
              <a:t>index.ts</a:t>
            </a:r>
          </a:p>
        </p:txBody>
      </p:sp>
      <p:sp>
        <p:nvSpPr>
          <p:cNvPr id="26" name="Box 16"/>
          <p:cNvSpPr/>
          <p:nvPr/>
        </p:nvSpPr>
        <p:spPr>
          <a:xfrm>
            <a:off x="4576050" y="4116853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7" name="Box 17"/>
          <p:cNvSpPr/>
          <p:nvPr/>
        </p:nvSpPr>
        <p:spPr>
          <a:xfrm>
            <a:off x="4833396" y="3956012"/>
            <a:ext cx="1946180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2026" dirty="0">
                <a:solidFill>
                  <a:srgbClr val="000000"/>
                </a:solidFill>
              </a:rPr>
              <a:t>package.json</a:t>
            </a:r>
          </a:p>
        </p:txBody>
      </p:sp>
      <p:sp>
        <p:nvSpPr>
          <p:cNvPr id="28" name="Box 18"/>
          <p:cNvSpPr/>
          <p:nvPr/>
        </p:nvSpPr>
        <p:spPr>
          <a:xfrm>
            <a:off x="4157862" y="4535041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" name="Box 19"/>
          <p:cNvSpPr/>
          <p:nvPr/>
        </p:nvSpPr>
        <p:spPr>
          <a:xfrm>
            <a:off x="4415208" y="4374199"/>
            <a:ext cx="868543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2026" dirty="0">
                <a:solidFill>
                  <a:srgbClr val="000000"/>
                </a:solidFill>
              </a:rPr>
              <a:t>cli/</a:t>
            </a:r>
          </a:p>
        </p:txBody>
      </p:sp>
      <p:sp>
        <p:nvSpPr>
          <p:cNvPr id="30" name="Box 20"/>
          <p:cNvSpPr/>
          <p:nvPr/>
        </p:nvSpPr>
        <p:spPr>
          <a:xfrm>
            <a:off x="4157862" y="4953228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31" name="Box 21"/>
          <p:cNvSpPr/>
          <p:nvPr/>
        </p:nvSpPr>
        <p:spPr>
          <a:xfrm>
            <a:off x="4415208" y="4792387"/>
            <a:ext cx="2283947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2026" dirty="0">
                <a:solidFill>
                  <a:srgbClr val="000000"/>
                </a:solidFill>
              </a:rPr>
              <a:t>README file.md</a:t>
            </a:r>
          </a:p>
        </p:txBody>
      </p:sp>
      <p:sp>
        <p:nvSpPr>
          <p:cNvPr id="32" name="Box 22"/>
          <p:cNvSpPr/>
          <p:nvPr/>
        </p:nvSpPr>
        <p:spPr>
          <a:xfrm>
            <a:off x="6699155" y="4792387"/>
            <a:ext cx="1753170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i="1" sz="2026" dirty="0">
                <a:solidFill>
                  <a:srgbClr val="595959"/>
                </a:solidFill>
              </a:rPr>
              <a:t>quick start</a:t>
            </a:r>
          </a:p>
        </p:txBody>
      </p:sp>
      <p:sp>
        <p:nvSpPr>
          <p:cNvPr id="33" name="Box 23"/>
          <p:cNvSpPr/>
          <p:nvPr/>
        </p:nvSpPr>
        <p:spPr>
          <a:xfrm>
            <a:off x="4157862" y="5532257"/>
            <a:ext cx="32168" cy="289514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34" name="Box 24"/>
          <p:cNvSpPr/>
          <p:nvPr/>
        </p:nvSpPr>
        <p:spPr>
          <a:xfrm>
            <a:off x="3997021" y="5210574"/>
            <a:ext cx="997216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2026" dirty="0">
                <a:solidFill>
                  <a:srgbClr val="000000"/>
                </a:solidFill>
              </a:rPr>
              <a:t>docs/</a:t>
            </a:r>
          </a:p>
        </p:txBody>
      </p:sp>
      <p:sp>
        <p:nvSpPr>
          <p:cNvPr id="35" name="Box 25"/>
          <p:cNvSpPr/>
          <p:nvPr/>
        </p:nvSpPr>
        <p:spPr>
          <a:xfrm>
            <a:off x="4157862" y="5789603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36" name="Box 26"/>
          <p:cNvSpPr/>
          <p:nvPr/>
        </p:nvSpPr>
        <p:spPr>
          <a:xfrm>
            <a:off x="4415208" y="5628762"/>
            <a:ext cx="1141973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2026" dirty="0">
                <a:solidFill>
                  <a:srgbClr val="000000"/>
                </a:solidFill>
              </a:rPr>
              <a:t>specs/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tree-view.md</dc:title>
  <dc:creator>md2nativedocx</dc:creator>
  <cp:lastModifiedBy>md2nativedocx</cp:lastModifiedBy>
  <dcterms:created xsi:type="dcterms:W3CDTF">2026-10-05T12:06:34Z</dcterms:created>
  <dcterms:modified xsi:type="dcterms:W3CDTF">2026-10-05T12:06:34Z</dcterms:modified>
</cp:coreProperties>
</file>