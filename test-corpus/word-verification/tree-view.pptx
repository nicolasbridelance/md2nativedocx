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tree-view</a:t>
            </a:r>
          </a:p>
        </p:txBody>
      </p:sp>
      <p:sp>
        <p:nvSpPr>
          <p:cNvPr id="11" name="Box 1"/>
          <p:cNvSpPr/>
          <p:nvPr/>
        </p:nvSpPr>
        <p:spPr>
          <a:xfrm>
            <a:off x="2036454" y="1768570"/>
            <a:ext cx="32168" cy="3216826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1875613" y="1446887"/>
            <a:ext cx="154407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packages/</a:t>
            </a:r>
          </a:p>
        </p:txBody>
      </p:sp>
      <p:sp>
        <p:nvSpPr>
          <p:cNvPr id="13" name="Box 3"/>
          <p:cNvSpPr/>
          <p:nvPr/>
        </p:nvSpPr>
        <p:spPr>
          <a:xfrm>
            <a:off x="2036454" y="202591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4" name="Box 4"/>
          <p:cNvSpPr/>
          <p:nvPr/>
        </p:nvSpPr>
        <p:spPr>
          <a:xfrm>
            <a:off x="2454642" y="2186757"/>
            <a:ext cx="32168" cy="196226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2293800" y="1865075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core/</a:t>
            </a:r>
          </a:p>
        </p:txBody>
      </p:sp>
      <p:sp>
        <p:nvSpPr>
          <p:cNvPr id="16" name="Box 6"/>
          <p:cNvSpPr/>
          <p:nvPr/>
        </p:nvSpPr>
        <p:spPr>
          <a:xfrm>
            <a:off x="3291016" y="1865075"/>
            <a:ext cx="133498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the moat</a:t>
            </a:r>
          </a:p>
        </p:txBody>
      </p:sp>
      <p:sp>
        <p:nvSpPr>
          <p:cNvPr id="17" name="Box 7"/>
          <p:cNvSpPr/>
          <p:nvPr/>
        </p:nvSpPr>
        <p:spPr>
          <a:xfrm>
            <a:off x="2454642" y="2444104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8" name="Box 8"/>
          <p:cNvSpPr/>
          <p:nvPr/>
        </p:nvSpPr>
        <p:spPr>
          <a:xfrm>
            <a:off x="2872829" y="2604945"/>
            <a:ext cx="32168" cy="1125889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2711988" y="2283262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src/</a:t>
            </a:r>
          </a:p>
        </p:txBody>
      </p:sp>
      <p:sp>
        <p:nvSpPr>
          <p:cNvPr id="20" name="Box 10"/>
          <p:cNvSpPr/>
          <p:nvPr/>
        </p:nvSpPr>
        <p:spPr>
          <a:xfrm>
            <a:off x="2872829" y="286229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1" name="Box 11"/>
          <p:cNvSpPr/>
          <p:nvPr/>
        </p:nvSpPr>
        <p:spPr>
          <a:xfrm>
            <a:off x="3130175" y="2701450"/>
            <a:ext cx="127064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parser/</a:t>
            </a:r>
          </a:p>
        </p:txBody>
      </p:sp>
      <p:sp>
        <p:nvSpPr>
          <p:cNvPr id="22" name="Box 12"/>
          <p:cNvSpPr/>
          <p:nvPr/>
        </p:nvSpPr>
        <p:spPr>
          <a:xfrm>
            <a:off x="2872829" y="328047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3130175" y="3119637"/>
            <a:ext cx="181750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translator/</a:t>
            </a:r>
          </a:p>
        </p:txBody>
      </p:sp>
      <p:sp>
        <p:nvSpPr>
          <p:cNvPr id="24" name="Box 14"/>
          <p:cNvSpPr/>
          <p:nvPr/>
        </p:nvSpPr>
        <p:spPr>
          <a:xfrm>
            <a:off x="2872829" y="369866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3130175" y="3537825"/>
            <a:ext cx="1415404" cy="353851"/>
          </a:xfrm>
          <a:prstGeom prst="rect">
            <a:avLst/>
          </a:prstGeom>
          <a:solidFill>
            <a:srgbClr val="FFF2CC"/>
          </a:solidFill>
          <a:ln w="16084">
            <a:solidFill>
              <a:srgbClr val="BF9000"/>
            </a:solidFill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index.ts</a:t>
            </a:r>
          </a:p>
        </p:txBody>
      </p:sp>
      <p:sp>
        <p:nvSpPr>
          <p:cNvPr id="26" name="Box 16"/>
          <p:cNvSpPr/>
          <p:nvPr/>
        </p:nvSpPr>
        <p:spPr>
          <a:xfrm>
            <a:off x="2454642" y="411685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2711988" y="3956012"/>
            <a:ext cx="194618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package.json</a:t>
            </a:r>
          </a:p>
        </p:txBody>
      </p:sp>
      <p:sp>
        <p:nvSpPr>
          <p:cNvPr id="28" name="Box 18"/>
          <p:cNvSpPr/>
          <p:nvPr/>
        </p:nvSpPr>
        <p:spPr>
          <a:xfrm>
            <a:off x="2036454" y="453504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2293800" y="4374199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cli/</a:t>
            </a:r>
          </a:p>
        </p:txBody>
      </p:sp>
      <p:sp>
        <p:nvSpPr>
          <p:cNvPr id="30" name="Box 20"/>
          <p:cNvSpPr/>
          <p:nvPr/>
        </p:nvSpPr>
        <p:spPr>
          <a:xfrm>
            <a:off x="2036454" y="495322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2293800" y="4792387"/>
            <a:ext cx="228394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README file.md</a:t>
            </a:r>
          </a:p>
        </p:txBody>
      </p:sp>
      <p:sp>
        <p:nvSpPr>
          <p:cNvPr id="32" name="Box 22"/>
          <p:cNvSpPr/>
          <p:nvPr/>
        </p:nvSpPr>
        <p:spPr>
          <a:xfrm>
            <a:off x="4577747" y="4792387"/>
            <a:ext cx="175317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quick start</a:t>
            </a:r>
          </a:p>
        </p:txBody>
      </p:sp>
      <p:sp>
        <p:nvSpPr>
          <p:cNvPr id="33" name="Box 23"/>
          <p:cNvSpPr/>
          <p:nvPr/>
        </p:nvSpPr>
        <p:spPr>
          <a:xfrm>
            <a:off x="2036454" y="5532257"/>
            <a:ext cx="32168" cy="28951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1875613" y="5210574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docs/</a:t>
            </a:r>
          </a:p>
        </p:txBody>
      </p:sp>
      <p:sp>
        <p:nvSpPr>
          <p:cNvPr id="35" name="Box 25"/>
          <p:cNvSpPr/>
          <p:nvPr/>
        </p:nvSpPr>
        <p:spPr>
          <a:xfrm>
            <a:off x="2036454" y="578960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2293800" y="5628762"/>
            <a:ext cx="114197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specs/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treeView-beta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"packages/"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"core/" ## the moat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"src/"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parser/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translator/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index.ts:::highlight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package.json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cli/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"README file.md" ## quick start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docs/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specs/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tree-view.md</dc:title>
  <dc:creator>md2nativedocx</dc:creator>
  <cp:lastModifiedBy>md2nativedocx</cp:lastModifiedBy>
  <dcterms:created xsi:type="dcterms:W3CDTF">2026-10-05T12:12:58Z</dcterms:created>
  <dcterms:modified xsi:type="dcterms:W3CDTF">2026-10-05T12:12:58Z</dcterms:modified>
</cp:coreProperties>
</file>