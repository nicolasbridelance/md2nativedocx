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venn</a:t>
            </a:r>
          </a:p>
        </p:txBody>
      </p:sp>
      <p:sp>
        <p:nvSpPr>
          <p:cNvPr id="11" name="Text 1"/>
          <p:cNvSpPr txBox="1"/>
          <p:nvPr/>
        </p:nvSpPr>
        <p:spPr>
          <a:xfrm>
            <a:off x="3510798" y="1028700"/>
            <a:ext cx="5170404" cy="426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425" dirty="0">
                <a:solidFill>
                  <a:srgbClr val="000000"/>
                </a:solidFill>
              </a:rPr>
              <a:t>Skills coverage</a:t>
            </a:r>
          </a:p>
        </p:txBody>
      </p:sp>
      <p:sp>
        <p:nvSpPr>
          <p:cNvPr id="12" name="Set 2"/>
          <p:cNvSpPr/>
          <p:nvPr/>
        </p:nvSpPr>
        <p:spPr>
          <a:xfrm>
            <a:off x="4835399" y="1940212"/>
            <a:ext cx="2521202" cy="2521202"/>
          </a:xfrm>
          <a:prstGeom prst="ellipse">
            <a:avLst/>
          </a:prstGeom>
          <a:solidFill>
            <a:srgbClr val="4472C4">
              <a:alpha val="60000"/>
            </a:srgbClr>
          </a:solidFill>
          <a:ln w="19394">
            <a:solidFill>
              <a:srgbClr val="4472C4"/>
            </a:solidFill>
          </a:ln>
        </p:spPr>
      </p:sp>
      <p:sp>
        <p:nvSpPr>
          <p:cNvPr id="13" name="Set 3"/>
          <p:cNvSpPr/>
          <p:nvPr/>
        </p:nvSpPr>
        <p:spPr>
          <a:xfrm>
            <a:off x="3995645" y="3394751"/>
            <a:ext cx="2521202" cy="2521202"/>
          </a:xfrm>
          <a:prstGeom prst="ellipse">
            <a:avLst/>
          </a:prstGeom>
          <a:solidFill>
            <a:srgbClr val="ED7D31">
              <a:alpha val="60000"/>
            </a:srgbClr>
          </a:solidFill>
          <a:ln w="19394">
            <a:solidFill>
              <a:srgbClr val="ED7D31"/>
            </a:solidFill>
          </a:ln>
        </p:spPr>
      </p:sp>
      <p:sp>
        <p:nvSpPr>
          <p:cNvPr id="14" name="Set 4"/>
          <p:cNvSpPr/>
          <p:nvPr/>
        </p:nvSpPr>
        <p:spPr>
          <a:xfrm>
            <a:off x="5675153" y="3394751"/>
            <a:ext cx="2521202" cy="2521202"/>
          </a:xfrm>
          <a:prstGeom prst="ellipse">
            <a:avLst/>
          </a:prstGeom>
          <a:solidFill>
            <a:srgbClr val="70AD47">
              <a:alpha val="60000"/>
            </a:srgbClr>
          </a:solidFill>
          <a:ln w="19394">
            <a:solidFill>
              <a:srgbClr val="70AD47"/>
            </a:solidFill>
          </a:ln>
        </p:spPr>
      </p:sp>
      <p:sp>
        <p:nvSpPr>
          <p:cNvPr id="15" name="Text 5"/>
          <p:cNvSpPr txBox="1"/>
          <p:nvPr/>
        </p:nvSpPr>
        <p:spPr>
          <a:xfrm>
            <a:off x="5824001" y="2420210"/>
            <a:ext cx="543998" cy="1745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65" dirty="0">
                <a:solidFill>
                  <a:srgbClr val="000000"/>
                </a:solidFill>
              </a:rPr>
              <a:t>Design</a:t>
            </a:r>
          </a:p>
        </p:txBody>
      </p:sp>
      <p:sp>
        <p:nvSpPr>
          <p:cNvPr id="16" name="Text 6"/>
          <p:cNvSpPr txBox="1"/>
          <p:nvPr/>
        </p:nvSpPr>
        <p:spPr>
          <a:xfrm>
            <a:off x="4459445" y="4914753"/>
            <a:ext cx="392726" cy="1745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65" dirty="0"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17" name="Text 7"/>
          <p:cNvSpPr txBox="1"/>
          <p:nvPr/>
        </p:nvSpPr>
        <p:spPr>
          <a:xfrm>
            <a:off x="7226375" y="4914753"/>
            <a:ext cx="619634" cy="1745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65" dirty="0">
                <a:solidFill>
                  <a:srgbClr val="000000"/>
                </a:solidFill>
              </a:rPr>
              <a:t>Writing</a:t>
            </a:r>
          </a:p>
        </p:txBody>
      </p:sp>
      <p:sp>
        <p:nvSpPr>
          <p:cNvPr id="18" name="Text 8"/>
          <p:cNvSpPr txBox="1"/>
          <p:nvPr/>
        </p:nvSpPr>
        <p:spPr>
          <a:xfrm>
            <a:off x="4968774" y="3692928"/>
            <a:ext cx="868845" cy="1551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64" dirty="0">
                <a:solidFill>
                  <a:srgbClr val="000000"/>
                </a:solidFill>
              </a:rPr>
              <a:t>Design+Code</a:t>
            </a:r>
          </a:p>
        </p:txBody>
      </p:sp>
      <p:sp>
        <p:nvSpPr>
          <p:cNvPr id="19" name="Text 9"/>
          <p:cNvSpPr txBox="1"/>
          <p:nvPr/>
        </p:nvSpPr>
        <p:spPr>
          <a:xfrm>
            <a:off x="5626669" y="4892928"/>
            <a:ext cx="938663" cy="1551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64" dirty="0">
                <a:solidFill>
                  <a:srgbClr val="000000"/>
                </a:solidFill>
              </a:rPr>
              <a:t>Code+Writing</a:t>
            </a:r>
          </a:p>
        </p:txBody>
      </p:sp>
      <p:sp>
        <p:nvSpPr>
          <p:cNvPr id="20" name="Text 10"/>
          <p:cNvSpPr txBox="1"/>
          <p:nvPr/>
        </p:nvSpPr>
        <p:spPr>
          <a:xfrm>
            <a:off x="6249654" y="3692928"/>
            <a:ext cx="1078299" cy="1551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64" dirty="0">
                <a:solidFill>
                  <a:srgbClr val="000000"/>
                </a:solidFill>
              </a:rPr>
              <a:t>Design+Writing</a:t>
            </a:r>
          </a:p>
        </p:txBody>
      </p:sp>
      <p:sp>
        <p:nvSpPr>
          <p:cNvPr id="21" name="Text 11"/>
          <p:cNvSpPr txBox="1"/>
          <p:nvPr/>
        </p:nvSpPr>
        <p:spPr>
          <a:xfrm>
            <a:off x="5754668" y="4092930"/>
            <a:ext cx="682664" cy="1551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64" dirty="0">
                <a:solidFill>
                  <a:srgbClr val="000000"/>
                </a:solidFill>
              </a:rPr>
              <a:t>All 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venn.md</dc:title>
  <dc:creator>md2nativedocx</dc:creator>
  <cp:lastModifiedBy>md2nativedocx</cp:lastModifiedBy>
  <dcterms:created xsi:type="dcterms:W3CDTF">2026-10-05T12:06:35Z</dcterms:created>
  <dcterms:modified xsi:type="dcterms:W3CDTF">2026-10-05T12:06:35Z</dcterms:modified>
</cp:coreProperties>
</file>