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venn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1389390" y="1028700"/>
            <a:ext cx="5170404" cy="426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25" dirty="0">
                <a:solidFill>
                  <a:srgbClr val="000000"/>
                </a:solidFill>
              </a:rPr>
              <a:t>Skills coverage</a:t>
            </a:r>
          </a:p>
        </p:txBody>
      </p:sp>
      <p:sp>
        <p:nvSpPr>
          <p:cNvPr id="12" name="Set 2"/>
          <p:cNvSpPr/>
          <p:nvPr/>
        </p:nvSpPr>
        <p:spPr>
          <a:xfrm>
            <a:off x="2713991" y="1940212"/>
            <a:ext cx="2521202" cy="2521202"/>
          </a:xfrm>
          <a:prstGeom prst="ellipse">
            <a:avLst/>
          </a:prstGeom>
          <a:solidFill>
            <a:srgbClr val="4472C4">
              <a:alpha val="60000"/>
            </a:srgbClr>
          </a:solidFill>
          <a:ln w="19394">
            <a:solidFill>
              <a:srgbClr val="4472C4"/>
            </a:solidFill>
          </a:ln>
        </p:spPr>
      </p:sp>
      <p:sp>
        <p:nvSpPr>
          <p:cNvPr id="13" name="Set 3"/>
          <p:cNvSpPr/>
          <p:nvPr/>
        </p:nvSpPr>
        <p:spPr>
          <a:xfrm>
            <a:off x="1874237" y="3394751"/>
            <a:ext cx="2521202" cy="2521202"/>
          </a:xfrm>
          <a:prstGeom prst="ellipse">
            <a:avLst/>
          </a:prstGeom>
          <a:solidFill>
            <a:srgbClr val="ED7D31">
              <a:alpha val="60000"/>
            </a:srgbClr>
          </a:solidFill>
          <a:ln w="19394">
            <a:solidFill>
              <a:srgbClr val="ED7D31"/>
            </a:solidFill>
          </a:ln>
        </p:spPr>
      </p:sp>
      <p:sp>
        <p:nvSpPr>
          <p:cNvPr id="14" name="Set 4"/>
          <p:cNvSpPr/>
          <p:nvPr/>
        </p:nvSpPr>
        <p:spPr>
          <a:xfrm>
            <a:off x="3553745" y="3394751"/>
            <a:ext cx="2521202" cy="2521202"/>
          </a:xfrm>
          <a:prstGeom prst="ellipse">
            <a:avLst/>
          </a:prstGeom>
          <a:solidFill>
            <a:srgbClr val="70AD47">
              <a:alpha val="60000"/>
            </a:srgbClr>
          </a:solidFill>
          <a:ln w="19394">
            <a:solidFill>
              <a:srgbClr val="70AD47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3702593" y="2420210"/>
            <a:ext cx="543998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6" name="Text 6"/>
          <p:cNvSpPr txBox="1"/>
          <p:nvPr/>
        </p:nvSpPr>
        <p:spPr>
          <a:xfrm>
            <a:off x="2338037" y="4914753"/>
            <a:ext cx="392726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5104967" y="4914753"/>
            <a:ext cx="619634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Writing</a:t>
            </a:r>
          </a:p>
        </p:txBody>
      </p:sp>
      <p:sp>
        <p:nvSpPr>
          <p:cNvPr id="18" name="Text 8"/>
          <p:cNvSpPr txBox="1"/>
          <p:nvPr/>
        </p:nvSpPr>
        <p:spPr>
          <a:xfrm>
            <a:off x="2847366" y="3692928"/>
            <a:ext cx="868845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Design+Code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3505261" y="4892928"/>
            <a:ext cx="938663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Code+Writing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4128246" y="3692928"/>
            <a:ext cx="1078299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Design+Writing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3633260" y="4092930"/>
            <a:ext cx="682664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All three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venn-beta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title Skills coverage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set A ["Design"]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set B ["Code"]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set C ["Writing"]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union A,B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text ["Design+Code"]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union B,C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text ["Code+Writing"]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union A,C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text ["Design+Writing"]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union A,B,C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text ["All three"]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venn.md</dc:title>
  <dc:creator>md2nativedocx</dc:creator>
  <cp:lastModifiedBy>md2nativedocx</cp:lastModifiedBy>
  <dcterms:created xsi:type="dcterms:W3CDTF">2026-10-05T12:12:59Z</dcterms:created>
  <dcterms:modified xsi:type="dcterms:W3CDTF">2026-10-05T12:12:59Z</dcterms:modified>
</cp:coreProperties>
</file>