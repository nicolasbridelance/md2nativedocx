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pie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457200" y="1225564"/>
            <a:ext cx="7034784" cy="727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1" dirty="0">
                <a:solidFill>
                  <a:srgbClr val="000000"/>
                </a:solidFill>
              </a:rPr>
              <a:t>Key elements in Product X</a:t>
            </a:r>
          </a:p>
        </p:txBody>
      </p:sp>
      <p:sp>
        <p:nvSpPr>
          <p:cNvPr id="12" name="Slice 2"/>
          <p:cNvSpPr/>
          <p:nvPr/>
        </p:nvSpPr>
        <p:spPr>
          <a:xfrm>
            <a:off x="826881" y="2137444"/>
            <a:ext cx="3696811" cy="3696811"/>
          </a:xfrm>
          <a:prstGeom prst="pie">
            <a:avLst>
              <a:gd name="adj1" fmla="val 16200000"/>
              <a:gd name="adj2" fmla="val 3190409"/>
            </a:avLst>
          </a:prstGeom>
          <a:solidFill>
            <a:srgbClr val="4472C4"/>
          </a:solidFill>
          <a:ln w="24645">
            <a:solidFill>
              <a:srgbClr val="FFFFFF"/>
            </a:solidFill>
          </a:ln>
        </p:spPr>
      </p:sp>
      <p:sp>
        <p:nvSpPr>
          <p:cNvPr id="14" name="Slice 4"/>
          <p:cNvSpPr/>
          <p:nvPr/>
        </p:nvSpPr>
        <p:spPr>
          <a:xfrm>
            <a:off x="826881" y="2137444"/>
            <a:ext cx="3696811" cy="3696811"/>
          </a:xfrm>
          <a:prstGeom prst="pie">
            <a:avLst>
              <a:gd name="adj1" fmla="val 3190409"/>
              <a:gd name="adj2" fmla="val 13198556"/>
            </a:avLst>
          </a:prstGeom>
          <a:solidFill>
            <a:srgbClr val="ED7D31"/>
          </a:solidFill>
          <a:ln w="24645">
            <a:solidFill>
              <a:srgbClr val="FFFFFF"/>
            </a:solidFill>
          </a:ln>
        </p:spPr>
      </p:sp>
      <p:sp>
        <p:nvSpPr>
          <p:cNvPr id="16" name="Slice 6"/>
          <p:cNvSpPr/>
          <p:nvPr/>
        </p:nvSpPr>
        <p:spPr>
          <a:xfrm>
            <a:off x="826881" y="2137444"/>
            <a:ext cx="3696811" cy="3696811"/>
          </a:xfrm>
          <a:prstGeom prst="pie">
            <a:avLst>
              <a:gd name="adj1" fmla="val 13198556"/>
              <a:gd name="adj2" fmla="val 15200185"/>
            </a:avLst>
          </a:prstGeom>
          <a:solidFill>
            <a:srgbClr val="A5A5A5"/>
          </a:solidFill>
          <a:ln w="24645">
            <a:solidFill>
              <a:srgbClr val="FFFFFF"/>
            </a:solidFill>
          </a:ln>
        </p:spPr>
      </p:sp>
      <p:sp>
        <p:nvSpPr>
          <p:cNvPr id="18" name="Slice 8"/>
          <p:cNvSpPr/>
          <p:nvPr/>
        </p:nvSpPr>
        <p:spPr>
          <a:xfrm>
            <a:off x="826881" y="2137444"/>
            <a:ext cx="3696811" cy="3696811"/>
          </a:xfrm>
          <a:prstGeom prst="pie">
            <a:avLst>
              <a:gd name="adj1" fmla="val 15200185"/>
              <a:gd name="adj2" fmla="val 16200000"/>
            </a:avLst>
          </a:prstGeom>
          <a:solidFill>
            <a:srgbClr val="FFC000"/>
          </a:solidFill>
          <a:ln w="24645">
            <a:solidFill>
              <a:srgbClr val="FFFFFF"/>
            </a:solidFill>
          </a:ln>
        </p:spPr>
      </p:sp>
      <p:sp>
        <p:nvSpPr>
          <p:cNvPr id="13" name="Text 3"/>
          <p:cNvSpPr txBox="1"/>
          <p:nvPr/>
        </p:nvSpPr>
        <p:spPr>
          <a:xfrm>
            <a:off x="3682548" y="3437055"/>
            <a:ext cx="616135" cy="2218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40%</a:t>
            </a:r>
          </a:p>
        </p:txBody>
      </p:sp>
      <p:sp>
        <p:nvSpPr>
          <p:cNvPr id="15" name="Text 5"/>
          <p:cNvSpPr txBox="1"/>
          <p:nvPr/>
        </p:nvSpPr>
        <p:spPr>
          <a:xfrm>
            <a:off x="1360386" y="4827902"/>
            <a:ext cx="616135" cy="2218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46%</a:t>
            </a:r>
          </a:p>
        </p:txBody>
      </p:sp>
      <p:sp>
        <p:nvSpPr>
          <p:cNvPr id="17" name="Text 7"/>
          <p:cNvSpPr txBox="1"/>
          <p:nvPr/>
        </p:nvSpPr>
        <p:spPr>
          <a:xfrm>
            <a:off x="1605220" y="2716844"/>
            <a:ext cx="616135" cy="2218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9%</a:t>
            </a:r>
          </a:p>
        </p:txBody>
      </p:sp>
      <p:sp>
        <p:nvSpPr>
          <p:cNvPr id="19" name="Text 9"/>
          <p:cNvSpPr txBox="1"/>
          <p:nvPr/>
        </p:nvSpPr>
        <p:spPr>
          <a:xfrm>
            <a:off x="2166336" y="2503273"/>
            <a:ext cx="616135" cy="2218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5%</a:t>
            </a:r>
          </a:p>
        </p:txBody>
      </p:sp>
      <p:sp>
        <p:nvSpPr>
          <p:cNvPr id="20" name="Legend 10"/>
          <p:cNvSpPr/>
          <p:nvPr/>
        </p:nvSpPr>
        <p:spPr>
          <a:xfrm>
            <a:off x="5016600" y="3406682"/>
            <a:ext cx="197163" cy="197163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21" name="Text 11"/>
          <p:cNvSpPr txBox="1"/>
          <p:nvPr/>
        </p:nvSpPr>
        <p:spPr>
          <a:xfrm>
            <a:off x="5312345" y="3345069"/>
            <a:ext cx="1809958" cy="3203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294" dirty="0">
                <a:solidFill>
                  <a:srgbClr val="000000"/>
                </a:solidFill>
              </a:rPr>
              <a:t>Calcium [42.96]</a:t>
            </a:r>
          </a:p>
        </p:txBody>
      </p:sp>
      <p:sp>
        <p:nvSpPr>
          <p:cNvPr id="22" name="Legend 12"/>
          <p:cNvSpPr/>
          <p:nvPr/>
        </p:nvSpPr>
        <p:spPr>
          <a:xfrm>
            <a:off x="5016600" y="3727073"/>
            <a:ext cx="197163" cy="197163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23" name="Text 13"/>
          <p:cNvSpPr txBox="1"/>
          <p:nvPr/>
        </p:nvSpPr>
        <p:spPr>
          <a:xfrm>
            <a:off x="5312345" y="3665459"/>
            <a:ext cx="1809958" cy="3203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294" dirty="0">
                <a:solidFill>
                  <a:srgbClr val="000000"/>
                </a:solidFill>
              </a:rPr>
              <a:t>Potassium [50.05]</a:t>
            </a:r>
          </a:p>
        </p:txBody>
      </p:sp>
      <p:sp>
        <p:nvSpPr>
          <p:cNvPr id="24" name="Legend 14"/>
          <p:cNvSpPr/>
          <p:nvPr/>
        </p:nvSpPr>
        <p:spPr>
          <a:xfrm>
            <a:off x="5016600" y="4047463"/>
            <a:ext cx="197163" cy="197163"/>
          </a:xfrm>
          <a:prstGeom prst="rect">
            <a:avLst/>
          </a:prstGeom>
          <a:solidFill>
            <a:srgbClr val="A5A5A5"/>
          </a:solidFill>
          <a:ln>
            <a:noFill/>
          </a:ln>
        </p:spPr>
      </p:sp>
      <p:sp>
        <p:nvSpPr>
          <p:cNvPr id="25" name="Text 15"/>
          <p:cNvSpPr txBox="1"/>
          <p:nvPr/>
        </p:nvSpPr>
        <p:spPr>
          <a:xfrm>
            <a:off x="5312345" y="3985849"/>
            <a:ext cx="1809958" cy="3203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294" dirty="0">
                <a:solidFill>
                  <a:srgbClr val="000000"/>
                </a:solidFill>
              </a:rPr>
              <a:t>Magnesium [10.01]</a:t>
            </a:r>
          </a:p>
        </p:txBody>
      </p:sp>
      <p:sp>
        <p:nvSpPr>
          <p:cNvPr id="26" name="Legend 16"/>
          <p:cNvSpPr/>
          <p:nvPr/>
        </p:nvSpPr>
        <p:spPr>
          <a:xfrm>
            <a:off x="5016600" y="4367853"/>
            <a:ext cx="197163" cy="197163"/>
          </a:xfrm>
          <a:prstGeom prst="rect">
            <a:avLst/>
          </a:prstGeom>
          <a:solidFill>
            <a:srgbClr val="FFC000"/>
          </a:solidFill>
          <a:ln>
            <a:noFill/>
          </a:ln>
        </p:spPr>
      </p:sp>
      <p:sp>
        <p:nvSpPr>
          <p:cNvPr id="27" name="Text 17"/>
          <p:cNvSpPr txBox="1"/>
          <p:nvPr/>
        </p:nvSpPr>
        <p:spPr>
          <a:xfrm>
            <a:off x="5312345" y="4306240"/>
            <a:ext cx="1809958" cy="3203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294" dirty="0">
                <a:solidFill>
                  <a:srgbClr val="000000"/>
                </a:solidFill>
              </a:rPr>
              <a:t>Iron [5]</a:t>
            </a:r>
          </a:p>
        </p:txBody>
      </p:sp>
      <p:sp>
        <p:nvSpPr>
          <p:cNvPr id="4" name="Mermaid source"/>
          <p:cNvSpPr/>
          <p:nvPr/>
        </p:nvSpPr>
        <p:spPr>
          <a:xfrm>
            <a:off x="7674864" y="1028700"/>
            <a:ext cx="4059936" cy="53721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pie showData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title Key elements in Product X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"Calcium" : 42.96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"Potassium" : 50.05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"Magnesium" : 10.01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"Iron" : 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pie.md</dc:title>
  <dc:creator>md2nativedocx</dc:creator>
  <cp:lastModifiedBy>md2nativedocx</cp:lastModifiedBy>
  <dcterms:created xsi:type="dcterms:W3CDTF">2026-10-05T12:12:53Z</dcterms:created>
  <dcterms:modified xsi:type="dcterms:W3CDTF">2026-10-05T12:12:53Z</dcterms:modified>
</cp:coreProperties>
</file>