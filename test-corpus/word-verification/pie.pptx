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pie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2300425" y="1028700"/>
            <a:ext cx="7591150" cy="7845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954" dirty="0">
                <a:solidFill>
                  <a:srgbClr val="000000"/>
                </a:solidFill>
              </a:rPr>
              <a:t>Key elements in Product X</a:t>
            </a:r>
          </a:p>
        </p:txBody>
      </p:sp>
      <p:sp>
        <p:nvSpPr>
          <p:cNvPr id="12" name="Slice 2"/>
          <p:cNvSpPr/>
          <p:nvPr/>
        </p:nvSpPr>
        <p:spPr>
          <a:xfrm>
            <a:off x="2699344" y="2012699"/>
            <a:ext cx="3989183" cy="3989183"/>
          </a:xfrm>
          <a:prstGeom prst="pie">
            <a:avLst>
              <a:gd name="adj1" fmla="val 16200000"/>
              <a:gd name="adj2" fmla="val 3190409"/>
            </a:avLst>
          </a:prstGeom>
          <a:solidFill>
            <a:srgbClr val="4472C4"/>
          </a:solidFill>
          <a:ln w="26595">
            <a:solidFill>
              <a:srgbClr val="FFFFFF"/>
            </a:solidFill>
          </a:ln>
        </p:spPr>
      </p:sp>
      <p:sp>
        <p:nvSpPr>
          <p:cNvPr id="14" name="Slice 4"/>
          <p:cNvSpPr/>
          <p:nvPr/>
        </p:nvSpPr>
        <p:spPr>
          <a:xfrm>
            <a:off x="2699344" y="2012699"/>
            <a:ext cx="3989183" cy="3989183"/>
          </a:xfrm>
          <a:prstGeom prst="pie">
            <a:avLst>
              <a:gd name="adj1" fmla="val 3190409"/>
              <a:gd name="adj2" fmla="val 13198556"/>
            </a:avLst>
          </a:prstGeom>
          <a:solidFill>
            <a:srgbClr val="ED7D31"/>
          </a:solidFill>
          <a:ln w="26595">
            <a:solidFill>
              <a:srgbClr val="FFFFFF"/>
            </a:solidFill>
          </a:ln>
        </p:spPr>
      </p:sp>
      <p:sp>
        <p:nvSpPr>
          <p:cNvPr id="16" name="Slice 6"/>
          <p:cNvSpPr/>
          <p:nvPr/>
        </p:nvSpPr>
        <p:spPr>
          <a:xfrm>
            <a:off x="2699344" y="2012699"/>
            <a:ext cx="3989183" cy="3989183"/>
          </a:xfrm>
          <a:prstGeom prst="pie">
            <a:avLst>
              <a:gd name="adj1" fmla="val 13198556"/>
              <a:gd name="adj2" fmla="val 15200185"/>
            </a:avLst>
          </a:prstGeom>
          <a:solidFill>
            <a:srgbClr val="A5A5A5"/>
          </a:solidFill>
          <a:ln w="26595">
            <a:solidFill>
              <a:srgbClr val="FFFFFF"/>
            </a:solidFill>
          </a:ln>
        </p:spPr>
      </p:sp>
      <p:sp>
        <p:nvSpPr>
          <p:cNvPr id="18" name="Slice 8"/>
          <p:cNvSpPr/>
          <p:nvPr/>
        </p:nvSpPr>
        <p:spPr>
          <a:xfrm>
            <a:off x="2699344" y="2012699"/>
            <a:ext cx="3989183" cy="3989183"/>
          </a:xfrm>
          <a:prstGeom prst="pie">
            <a:avLst>
              <a:gd name="adj1" fmla="val 15200185"/>
              <a:gd name="adj2" fmla="val 16200000"/>
            </a:avLst>
          </a:prstGeom>
          <a:solidFill>
            <a:srgbClr val="FFC000"/>
          </a:solidFill>
          <a:ln w="26595">
            <a:solidFill>
              <a:srgbClr val="FFFFFF"/>
            </a:solidFill>
          </a:ln>
        </p:spPr>
      </p:sp>
      <p:sp>
        <p:nvSpPr>
          <p:cNvPr id="13" name="Text 3"/>
          <p:cNvSpPr txBox="1"/>
          <p:nvPr/>
        </p:nvSpPr>
        <p:spPr>
          <a:xfrm>
            <a:off x="5780859" y="3415093"/>
            <a:ext cx="664864" cy="239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87" dirty="0">
                <a:solidFill>
                  <a:srgbClr val="000000"/>
                </a:solidFill>
              </a:rPr>
              <a:t>40%</a:t>
            </a:r>
          </a:p>
        </p:txBody>
      </p:sp>
      <p:sp>
        <p:nvSpPr>
          <p:cNvPr id="15" name="Text 5"/>
          <p:cNvSpPr txBox="1"/>
          <p:nvPr/>
        </p:nvSpPr>
        <p:spPr>
          <a:xfrm>
            <a:off x="3275042" y="4915939"/>
            <a:ext cx="664864" cy="239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87" dirty="0">
                <a:solidFill>
                  <a:srgbClr val="000000"/>
                </a:solidFill>
              </a:rPr>
              <a:t>46%</a:t>
            </a:r>
          </a:p>
        </p:txBody>
      </p:sp>
      <p:sp>
        <p:nvSpPr>
          <p:cNvPr id="17" name="Text 7"/>
          <p:cNvSpPr txBox="1"/>
          <p:nvPr/>
        </p:nvSpPr>
        <p:spPr>
          <a:xfrm>
            <a:off x="3539240" y="2637922"/>
            <a:ext cx="664864" cy="239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87" dirty="0">
                <a:solidFill>
                  <a:srgbClr val="000000"/>
                </a:solidFill>
              </a:rPr>
              <a:t>9%</a:t>
            </a:r>
          </a:p>
        </p:txBody>
      </p:sp>
      <p:sp>
        <p:nvSpPr>
          <p:cNvPr id="19" name="Text 9"/>
          <p:cNvSpPr txBox="1"/>
          <p:nvPr/>
        </p:nvSpPr>
        <p:spPr>
          <a:xfrm>
            <a:off x="4144733" y="2407459"/>
            <a:ext cx="664864" cy="239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87" dirty="0">
                <a:solidFill>
                  <a:srgbClr val="000000"/>
                </a:solidFill>
              </a:rPr>
              <a:t>5%</a:t>
            </a:r>
          </a:p>
        </p:txBody>
      </p:sp>
      <p:sp>
        <p:nvSpPr>
          <p:cNvPr id="20" name="Legend 10"/>
          <p:cNvSpPr/>
          <p:nvPr/>
        </p:nvSpPr>
        <p:spPr>
          <a:xfrm>
            <a:off x="7220418" y="3382318"/>
            <a:ext cx="212756" cy="212756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7539552" y="3315832"/>
            <a:ext cx="1953104" cy="345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96" dirty="0">
                <a:solidFill>
                  <a:srgbClr val="000000"/>
                </a:solidFill>
              </a:rPr>
              <a:t>Calcium [42.96]</a:t>
            </a:r>
          </a:p>
        </p:txBody>
      </p:sp>
      <p:sp>
        <p:nvSpPr>
          <p:cNvPr id="22" name="Legend 12"/>
          <p:cNvSpPr/>
          <p:nvPr/>
        </p:nvSpPr>
        <p:spPr>
          <a:xfrm>
            <a:off x="7220418" y="3728047"/>
            <a:ext cx="212756" cy="2127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23" name="Text 13"/>
          <p:cNvSpPr txBox="1"/>
          <p:nvPr/>
        </p:nvSpPr>
        <p:spPr>
          <a:xfrm>
            <a:off x="7539552" y="3661561"/>
            <a:ext cx="1953104" cy="345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96" dirty="0">
                <a:solidFill>
                  <a:srgbClr val="000000"/>
                </a:solidFill>
              </a:rPr>
              <a:t>Potassium [50.05]</a:t>
            </a:r>
          </a:p>
        </p:txBody>
      </p:sp>
      <p:sp>
        <p:nvSpPr>
          <p:cNvPr id="24" name="Legend 14"/>
          <p:cNvSpPr/>
          <p:nvPr/>
        </p:nvSpPr>
        <p:spPr>
          <a:xfrm>
            <a:off x="7220418" y="4073776"/>
            <a:ext cx="212756" cy="212756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7539552" y="4007290"/>
            <a:ext cx="1953104" cy="345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96" dirty="0">
                <a:solidFill>
                  <a:srgbClr val="000000"/>
                </a:solidFill>
              </a:rPr>
              <a:t>Magnesium [10.01]</a:t>
            </a:r>
          </a:p>
        </p:txBody>
      </p:sp>
      <p:sp>
        <p:nvSpPr>
          <p:cNvPr id="26" name="Legend 16"/>
          <p:cNvSpPr/>
          <p:nvPr/>
        </p:nvSpPr>
        <p:spPr>
          <a:xfrm>
            <a:off x="7220418" y="4419506"/>
            <a:ext cx="212756" cy="212756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7" name="Text 17"/>
          <p:cNvSpPr txBox="1"/>
          <p:nvPr/>
        </p:nvSpPr>
        <p:spPr>
          <a:xfrm>
            <a:off x="7539552" y="4353019"/>
            <a:ext cx="1953104" cy="345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96" dirty="0">
                <a:solidFill>
                  <a:srgbClr val="000000"/>
                </a:solidFill>
              </a:rPr>
              <a:t>Iron [5]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pie.md</dc:title>
  <dc:creator>md2nativedocx</dc:creator>
  <cp:lastModifiedBy>md2nativedocx</cp:lastModifiedBy>
  <dcterms:created xsi:type="dcterms:W3CDTF">2026-10-05T11:54:28Z</dcterms:created>
  <dcterms:modified xsi:type="dcterms:W3CDTF">2026-10-05T11:54:28Z</dcterms:modified>
</cp:coreProperties>
</file>