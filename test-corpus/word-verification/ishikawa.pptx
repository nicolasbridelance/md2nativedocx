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ishikawa</a:t>
            </a:r>
          </a:p>
        </p:txBody>
      </p:sp>
      <p:sp>
        <p:nvSpPr>
          <p:cNvPr id="11" name="Shape 1"/>
          <p:cNvSpPr/>
          <p:nvPr/>
        </p:nvSpPr>
        <p:spPr>
          <a:xfrm>
            <a:off x="651598" y="4160246"/>
            <a:ext cx="5576798" cy="1"/>
          </a:xfrm>
          <a:custGeom>
            <a:avLst/>
            <a:gdLst/>
            <a:ahLst/>
            <a:cxnLst/>
            <a:rect l="0" t="0" r="0" b="0"/>
            <a:pathLst>
              <a:path w="5576798" h="1" fill="none">
                <a:moveTo>
                  <a:pt x="0" y="0"/>
                </a:moveTo>
                <a:lnTo>
                  <a:pt x="5576798" y="0"/>
                </a:lnTo>
              </a:path>
            </a:pathLst>
          </a:custGeom>
          <a:noFill/>
          <a:ln w="32400">
            <a:solidFill>
              <a:srgbClr val="404040"/>
            </a:solidFill>
          </a:ln>
        </p:spPr>
      </p:sp>
      <p:sp>
        <p:nvSpPr>
          <p:cNvPr id="12" name="Box 2"/>
          <p:cNvSpPr/>
          <p:nvPr/>
        </p:nvSpPr>
        <p:spPr>
          <a:xfrm>
            <a:off x="6228396" y="3933448"/>
            <a:ext cx="1069190" cy="453596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000" dirty="0">
                <a:solidFill>
                  <a:srgbClr val="FFFFFF"/>
                </a:solidFill>
              </a:rPr>
              <a:t>Blurry Photo</a:t>
            </a:r>
          </a:p>
        </p:txBody>
      </p:sp>
      <p:sp>
        <p:nvSpPr>
          <p:cNvPr id="13" name="Shape 3"/>
          <p:cNvSpPr/>
          <p:nvPr/>
        </p:nvSpPr>
        <p:spPr>
          <a:xfrm>
            <a:off x="2706549" y="2734659"/>
            <a:ext cx="584005" cy="1425587"/>
          </a:xfrm>
          <a:custGeom>
            <a:avLst/>
            <a:gdLst/>
            <a:ahLst/>
            <a:cxnLst/>
            <a:rect l="0" t="0" r="0" b="0"/>
            <a:pathLst>
              <a:path w="584005" h="1425587" fill="none">
                <a:moveTo>
                  <a:pt x="0" y="0"/>
                </a:moveTo>
                <a:lnTo>
                  <a:pt x="584005" y="1425587"/>
                </a:lnTo>
              </a:path>
            </a:pathLst>
          </a:custGeom>
          <a:noFill/>
          <a:ln w="18900">
            <a:solidFill>
              <a:srgbClr val="4472C4"/>
            </a:solidFill>
          </a:ln>
        </p:spPr>
      </p:sp>
      <p:sp>
        <p:nvSpPr>
          <p:cNvPr id="14" name="Box 4"/>
          <p:cNvSpPr/>
          <p:nvPr/>
        </p:nvSpPr>
        <p:spPr>
          <a:xfrm>
            <a:off x="2382552" y="2491661"/>
            <a:ext cx="647994" cy="24299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FFFFFF"/>
                </a:solidFill>
              </a:rPr>
              <a:t>Process</a:t>
            </a:r>
          </a:p>
        </p:txBody>
      </p:sp>
      <p:sp>
        <p:nvSpPr>
          <p:cNvPr id="15" name="Box 5"/>
          <p:cNvSpPr/>
          <p:nvPr/>
        </p:nvSpPr>
        <p:spPr>
          <a:xfrm>
            <a:off x="1852058" y="2734659"/>
            <a:ext cx="826192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Out of focus</a:t>
            </a:r>
          </a:p>
        </p:txBody>
      </p:sp>
      <p:sp>
        <p:nvSpPr>
          <p:cNvPr id="16" name="Shape 6"/>
          <p:cNvSpPr/>
          <p:nvPr/>
        </p:nvSpPr>
        <p:spPr>
          <a:xfrm>
            <a:off x="2678250" y="2823758"/>
            <a:ext cx="64799" cy="1"/>
          </a:xfrm>
          <a:custGeom>
            <a:avLst/>
            <a:gdLst/>
            <a:ahLst/>
            <a:cxnLst/>
            <a:rect l="0" t="0" r="0" b="0"/>
            <a:pathLst>
              <a:path w="64799" h="1" fill="none">
                <a:moveTo>
                  <a:pt x="0" y="0"/>
                </a:moveTo>
                <a:lnTo>
                  <a:pt x="64799" y="0"/>
                </a:lnTo>
              </a:path>
            </a:pathLst>
          </a:custGeom>
          <a:noFill/>
          <a:ln w="8100">
            <a:solidFill>
              <a:srgbClr val="85A3D9"/>
            </a:solidFill>
          </a:ln>
        </p:spPr>
      </p:sp>
      <p:sp>
        <p:nvSpPr>
          <p:cNvPr id="17" name="Box 7"/>
          <p:cNvSpPr/>
          <p:nvPr/>
        </p:nvSpPr>
        <p:spPr>
          <a:xfrm>
            <a:off x="1325664" y="2912857"/>
            <a:ext cx="1425587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Shutter speed too slow</a:t>
            </a:r>
          </a:p>
        </p:txBody>
      </p:sp>
      <p:sp>
        <p:nvSpPr>
          <p:cNvPr id="18" name="Shape 8"/>
          <p:cNvSpPr/>
          <p:nvPr/>
        </p:nvSpPr>
        <p:spPr>
          <a:xfrm>
            <a:off x="2751250" y="3001956"/>
            <a:ext cx="64800" cy="1"/>
          </a:xfrm>
          <a:custGeom>
            <a:avLst/>
            <a:gdLst/>
            <a:ahLst/>
            <a:cxnLst/>
            <a:rect l="0" t="0" r="0" b="0"/>
            <a:pathLst>
              <a:path w="64800" h="1" fill="none">
                <a:moveTo>
                  <a:pt x="0" y="0"/>
                </a:moveTo>
                <a:lnTo>
                  <a:pt x="64800" y="0"/>
                </a:lnTo>
              </a:path>
            </a:pathLst>
          </a:custGeom>
          <a:noFill/>
          <a:ln w="8100">
            <a:solidFill>
              <a:srgbClr val="85A3D9"/>
            </a:solidFill>
          </a:ln>
        </p:spPr>
      </p:sp>
      <p:sp>
        <p:nvSpPr>
          <p:cNvPr id="19" name="Box 9"/>
          <p:cNvSpPr/>
          <p:nvPr/>
        </p:nvSpPr>
        <p:spPr>
          <a:xfrm>
            <a:off x="1082767" y="3091056"/>
            <a:ext cx="1741484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Protective film not removed</a:t>
            </a:r>
          </a:p>
        </p:txBody>
      </p:sp>
      <p:sp>
        <p:nvSpPr>
          <p:cNvPr id="20" name="Shape 10"/>
          <p:cNvSpPr/>
          <p:nvPr/>
        </p:nvSpPr>
        <p:spPr>
          <a:xfrm>
            <a:off x="2824251" y="3180155"/>
            <a:ext cx="64799" cy="1"/>
          </a:xfrm>
          <a:custGeom>
            <a:avLst/>
            <a:gdLst/>
            <a:ahLst/>
            <a:cxnLst/>
            <a:rect l="0" t="0" r="0" b="0"/>
            <a:pathLst>
              <a:path w="64799" h="1" fill="none">
                <a:moveTo>
                  <a:pt x="0" y="0"/>
                </a:moveTo>
                <a:lnTo>
                  <a:pt x="64799" y="0"/>
                </a:lnTo>
              </a:path>
            </a:pathLst>
          </a:custGeom>
          <a:noFill/>
          <a:ln w="8100">
            <a:solidFill>
              <a:srgbClr val="85A3D9"/>
            </a:solidFill>
          </a:ln>
        </p:spPr>
      </p:sp>
      <p:sp>
        <p:nvSpPr>
          <p:cNvPr id="21" name="Box 11"/>
          <p:cNvSpPr/>
          <p:nvPr/>
        </p:nvSpPr>
        <p:spPr>
          <a:xfrm>
            <a:off x="1001869" y="3269254"/>
            <a:ext cx="1895382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Beautification filter applied</a:t>
            </a:r>
          </a:p>
        </p:txBody>
      </p:sp>
      <p:sp>
        <p:nvSpPr>
          <p:cNvPr id="22" name="Shape 12"/>
          <p:cNvSpPr/>
          <p:nvPr/>
        </p:nvSpPr>
        <p:spPr>
          <a:xfrm>
            <a:off x="2897252" y="3358353"/>
            <a:ext cx="64799" cy="1"/>
          </a:xfrm>
          <a:custGeom>
            <a:avLst/>
            <a:gdLst/>
            <a:ahLst/>
            <a:cxnLst/>
            <a:rect l="0" t="0" r="0" b="0"/>
            <a:pathLst>
              <a:path w="64799" h="1" fill="none">
                <a:moveTo>
                  <a:pt x="0" y="0"/>
                </a:moveTo>
                <a:lnTo>
                  <a:pt x="64799" y="0"/>
                </a:lnTo>
              </a:path>
            </a:pathLst>
          </a:custGeom>
          <a:noFill/>
          <a:ln w="8100">
            <a:solidFill>
              <a:srgbClr val="85A3D9"/>
            </a:solidFill>
          </a:ln>
        </p:spPr>
      </p:sp>
      <p:sp>
        <p:nvSpPr>
          <p:cNvPr id="23" name="Shape 13"/>
          <p:cNvSpPr/>
          <p:nvPr/>
        </p:nvSpPr>
        <p:spPr>
          <a:xfrm>
            <a:off x="3018396" y="4160246"/>
            <a:ext cx="272158" cy="534595"/>
          </a:xfrm>
          <a:custGeom>
            <a:avLst/>
            <a:gdLst/>
            <a:ahLst/>
            <a:cxnLst/>
            <a:rect l="0" t="0" r="0" b="0"/>
            <a:pathLst>
              <a:path w="272158" h="534595" fill="none">
                <a:moveTo>
                  <a:pt x="0" y="534595"/>
                </a:moveTo>
                <a:lnTo>
                  <a:pt x="272158" y="0"/>
                </a:lnTo>
              </a:path>
            </a:pathLst>
          </a:custGeom>
          <a:noFill/>
          <a:ln w="18900">
            <a:solidFill>
              <a:srgbClr val="ED7D31"/>
            </a:solidFill>
          </a:ln>
        </p:spPr>
      </p:sp>
      <p:sp>
        <p:nvSpPr>
          <p:cNvPr id="24" name="Box 14"/>
          <p:cNvSpPr/>
          <p:nvPr/>
        </p:nvSpPr>
        <p:spPr>
          <a:xfrm>
            <a:off x="2787548" y="4694841"/>
            <a:ext cx="461696" cy="24299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5" name="Box 15"/>
          <p:cNvSpPr/>
          <p:nvPr/>
        </p:nvSpPr>
        <p:spPr>
          <a:xfrm>
            <a:off x="2205164" y="4516642"/>
            <a:ext cx="793793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Shaky hands</a:t>
            </a:r>
          </a:p>
        </p:txBody>
      </p:sp>
      <p:sp>
        <p:nvSpPr>
          <p:cNvPr id="26" name="Shape 16"/>
          <p:cNvSpPr/>
          <p:nvPr/>
        </p:nvSpPr>
        <p:spPr>
          <a:xfrm>
            <a:off x="2998956" y="4605741"/>
            <a:ext cx="64800" cy="1"/>
          </a:xfrm>
          <a:custGeom>
            <a:avLst/>
            <a:gdLst/>
            <a:ahLst/>
            <a:cxnLst/>
            <a:rect l="0" t="0" r="0" b="0"/>
            <a:pathLst>
              <a:path w="64800" h="1" fill="none">
                <a:moveTo>
                  <a:pt x="0" y="0"/>
                </a:moveTo>
                <a:lnTo>
                  <a:pt x="64800" y="0"/>
                </a:lnTo>
              </a:path>
            </a:pathLst>
          </a:custGeom>
          <a:noFill/>
          <a:ln w="8100">
            <a:solidFill>
              <a:srgbClr val="F3AB79"/>
            </a:solidFill>
          </a:ln>
        </p:spPr>
      </p:sp>
      <p:sp>
        <p:nvSpPr>
          <p:cNvPr id="27" name="Shape 17"/>
          <p:cNvSpPr/>
          <p:nvPr/>
        </p:nvSpPr>
        <p:spPr>
          <a:xfrm>
            <a:off x="5190796" y="2734659"/>
            <a:ext cx="584004" cy="1425587"/>
          </a:xfrm>
          <a:custGeom>
            <a:avLst/>
            <a:gdLst/>
            <a:ahLst/>
            <a:cxnLst/>
            <a:rect l="0" t="0" r="0" b="0"/>
            <a:pathLst>
              <a:path w="584004" h="1425587" fill="none">
                <a:moveTo>
                  <a:pt x="0" y="0"/>
                </a:moveTo>
                <a:lnTo>
                  <a:pt x="584004" y="1425587"/>
                </a:lnTo>
              </a:path>
            </a:pathLst>
          </a:custGeom>
          <a:noFill/>
          <a:ln w="18900">
            <a:solidFill>
              <a:srgbClr val="70AD47"/>
            </a:solidFill>
          </a:ln>
        </p:spPr>
      </p:sp>
      <p:sp>
        <p:nvSpPr>
          <p:cNvPr id="28" name="Box 18"/>
          <p:cNvSpPr/>
          <p:nvPr/>
        </p:nvSpPr>
        <p:spPr>
          <a:xfrm>
            <a:off x="4801999" y="2491661"/>
            <a:ext cx="777593" cy="24299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FFFFFF"/>
                </a:solidFill>
              </a:rPr>
              <a:t>Equipment</a:t>
            </a:r>
          </a:p>
        </p:txBody>
      </p:sp>
      <p:sp>
        <p:nvSpPr>
          <p:cNvPr id="29" name="Box 19"/>
          <p:cNvSpPr/>
          <p:nvPr/>
        </p:nvSpPr>
        <p:spPr>
          <a:xfrm>
            <a:off x="4749401" y="2734659"/>
            <a:ext cx="413096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LENS</a:t>
            </a:r>
          </a:p>
        </p:txBody>
      </p:sp>
      <p:sp>
        <p:nvSpPr>
          <p:cNvPr id="30" name="Shape 20"/>
          <p:cNvSpPr/>
          <p:nvPr/>
        </p:nvSpPr>
        <p:spPr>
          <a:xfrm>
            <a:off x="5162497" y="2823758"/>
            <a:ext cx="64799" cy="1"/>
          </a:xfrm>
          <a:custGeom>
            <a:avLst/>
            <a:gdLst/>
            <a:ahLst/>
            <a:cxnLst/>
            <a:rect l="0" t="0" r="0" b="0"/>
            <a:pathLst>
              <a:path w="64799" h="1" fill="none">
                <a:moveTo>
                  <a:pt x="0" y="0"/>
                </a:moveTo>
                <a:lnTo>
                  <a:pt x="64799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31" name="Box 21"/>
          <p:cNvSpPr/>
          <p:nvPr/>
        </p:nvSpPr>
        <p:spPr>
          <a:xfrm>
            <a:off x="3890910" y="2912857"/>
            <a:ext cx="1231189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950" dirty="0">
                <a:solidFill>
                  <a:srgbClr val="595959"/>
                </a:solidFill>
              </a:rPr>
              <a:t>Inappropriate lens</a:t>
            </a:r>
          </a:p>
        </p:txBody>
      </p:sp>
      <p:sp>
        <p:nvSpPr>
          <p:cNvPr id="32" name="Shape 22"/>
          <p:cNvSpPr/>
          <p:nvPr/>
        </p:nvSpPr>
        <p:spPr>
          <a:xfrm>
            <a:off x="5122098" y="3001956"/>
            <a:ext cx="178199" cy="1"/>
          </a:xfrm>
          <a:custGeom>
            <a:avLst/>
            <a:gdLst/>
            <a:ahLst/>
            <a:cxnLst/>
            <a:rect l="0" t="0" r="0" b="0"/>
            <a:pathLst>
              <a:path w="178199" h="1" fill="none">
                <a:moveTo>
                  <a:pt x="0" y="0"/>
                </a:moveTo>
                <a:lnTo>
                  <a:pt x="178199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33" name="Box 23"/>
          <p:cNvSpPr/>
          <p:nvPr/>
        </p:nvSpPr>
        <p:spPr>
          <a:xfrm>
            <a:off x="4344607" y="3091056"/>
            <a:ext cx="850492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950" dirty="0">
                <a:solidFill>
                  <a:srgbClr val="595959"/>
                </a:solidFill>
              </a:rPr>
              <a:t>Damaged lens</a:t>
            </a:r>
          </a:p>
        </p:txBody>
      </p:sp>
      <p:sp>
        <p:nvSpPr>
          <p:cNvPr id="34" name="Shape 24"/>
          <p:cNvSpPr/>
          <p:nvPr/>
        </p:nvSpPr>
        <p:spPr>
          <a:xfrm>
            <a:off x="5195099" y="3180155"/>
            <a:ext cx="178198" cy="1"/>
          </a:xfrm>
          <a:custGeom>
            <a:avLst/>
            <a:gdLst/>
            <a:ahLst/>
            <a:cxnLst/>
            <a:rect l="0" t="0" r="0" b="0"/>
            <a:pathLst>
              <a:path w="178198" h="1" fill="none">
                <a:moveTo>
                  <a:pt x="0" y="0"/>
                </a:moveTo>
                <a:lnTo>
                  <a:pt x="178198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35" name="Box 25"/>
          <p:cNvSpPr/>
          <p:nvPr/>
        </p:nvSpPr>
        <p:spPr>
          <a:xfrm>
            <a:off x="4539106" y="3269254"/>
            <a:ext cx="728993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950" dirty="0">
                <a:solidFill>
                  <a:srgbClr val="595959"/>
                </a:solidFill>
              </a:rPr>
              <a:t>Dirty lens</a:t>
            </a:r>
          </a:p>
        </p:txBody>
      </p:sp>
      <p:sp>
        <p:nvSpPr>
          <p:cNvPr id="36" name="Shape 26"/>
          <p:cNvSpPr/>
          <p:nvPr/>
        </p:nvSpPr>
        <p:spPr>
          <a:xfrm>
            <a:off x="5268100" y="3358353"/>
            <a:ext cx="178198" cy="1"/>
          </a:xfrm>
          <a:custGeom>
            <a:avLst/>
            <a:gdLst/>
            <a:ahLst/>
            <a:cxnLst/>
            <a:rect l="0" t="0" r="0" b="0"/>
            <a:pathLst>
              <a:path w="178198" h="1" fill="none">
                <a:moveTo>
                  <a:pt x="0" y="0"/>
                </a:moveTo>
                <a:lnTo>
                  <a:pt x="178198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37" name="Box 27"/>
          <p:cNvSpPr/>
          <p:nvPr/>
        </p:nvSpPr>
        <p:spPr>
          <a:xfrm>
            <a:off x="4895604" y="3447452"/>
            <a:ext cx="558895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SENSOR</a:t>
            </a:r>
          </a:p>
        </p:txBody>
      </p:sp>
      <p:sp>
        <p:nvSpPr>
          <p:cNvPr id="38" name="Shape 28"/>
          <p:cNvSpPr/>
          <p:nvPr/>
        </p:nvSpPr>
        <p:spPr>
          <a:xfrm>
            <a:off x="5454499" y="3536551"/>
            <a:ext cx="64799" cy="1"/>
          </a:xfrm>
          <a:custGeom>
            <a:avLst/>
            <a:gdLst/>
            <a:ahLst/>
            <a:cxnLst/>
            <a:rect l="0" t="0" r="0" b="0"/>
            <a:pathLst>
              <a:path w="64799" h="1" fill="none">
                <a:moveTo>
                  <a:pt x="0" y="0"/>
                </a:moveTo>
                <a:lnTo>
                  <a:pt x="64799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39" name="Box 29"/>
          <p:cNvSpPr/>
          <p:nvPr/>
        </p:nvSpPr>
        <p:spPr>
          <a:xfrm>
            <a:off x="4434010" y="3625651"/>
            <a:ext cx="980091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950" dirty="0">
                <a:solidFill>
                  <a:srgbClr val="595959"/>
                </a:solidFill>
              </a:rPr>
              <a:t>Damaged sensor</a:t>
            </a:r>
          </a:p>
        </p:txBody>
      </p:sp>
      <p:sp>
        <p:nvSpPr>
          <p:cNvPr id="40" name="Shape 30"/>
          <p:cNvSpPr/>
          <p:nvPr/>
        </p:nvSpPr>
        <p:spPr>
          <a:xfrm>
            <a:off x="5414101" y="3714750"/>
            <a:ext cx="178198" cy="1"/>
          </a:xfrm>
          <a:custGeom>
            <a:avLst/>
            <a:gdLst/>
            <a:ahLst/>
            <a:cxnLst/>
            <a:rect l="0" t="0" r="0" b="0"/>
            <a:pathLst>
              <a:path w="178198" h="1" fill="none">
                <a:moveTo>
                  <a:pt x="0" y="0"/>
                </a:moveTo>
                <a:lnTo>
                  <a:pt x="178198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41" name="Box 31"/>
          <p:cNvSpPr/>
          <p:nvPr/>
        </p:nvSpPr>
        <p:spPr>
          <a:xfrm>
            <a:off x="4636609" y="3803849"/>
            <a:ext cx="850492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i="1" sz="950" dirty="0">
                <a:solidFill>
                  <a:srgbClr val="595959"/>
                </a:solidFill>
              </a:rPr>
              <a:t>Dirty sensor</a:t>
            </a:r>
          </a:p>
        </p:txBody>
      </p:sp>
      <p:sp>
        <p:nvSpPr>
          <p:cNvPr id="42" name="Shape 32"/>
          <p:cNvSpPr/>
          <p:nvPr/>
        </p:nvSpPr>
        <p:spPr>
          <a:xfrm>
            <a:off x="5487101" y="3892948"/>
            <a:ext cx="178199" cy="1"/>
          </a:xfrm>
          <a:custGeom>
            <a:avLst/>
            <a:gdLst/>
            <a:ahLst/>
            <a:cxnLst/>
            <a:rect l="0" t="0" r="0" b="0"/>
            <a:pathLst>
              <a:path w="178199" h="1" fill="none">
                <a:moveTo>
                  <a:pt x="0" y="0"/>
                </a:moveTo>
                <a:lnTo>
                  <a:pt x="178199" y="0"/>
                </a:lnTo>
              </a:path>
            </a:pathLst>
          </a:custGeom>
          <a:noFill/>
          <a:ln w="8100">
            <a:solidFill>
              <a:srgbClr val="A2CA87"/>
            </a:solidFill>
          </a:ln>
        </p:spPr>
      </p:sp>
      <p:sp>
        <p:nvSpPr>
          <p:cNvPr id="43" name="Shape 33"/>
          <p:cNvSpPr/>
          <p:nvPr/>
        </p:nvSpPr>
        <p:spPr>
          <a:xfrm>
            <a:off x="5502643" y="4160246"/>
            <a:ext cx="272157" cy="534595"/>
          </a:xfrm>
          <a:custGeom>
            <a:avLst/>
            <a:gdLst/>
            <a:ahLst/>
            <a:cxnLst/>
            <a:rect l="0" t="0" r="0" b="0"/>
            <a:pathLst>
              <a:path w="272157" h="534595" fill="none">
                <a:moveTo>
                  <a:pt x="0" y="534595"/>
                </a:moveTo>
                <a:lnTo>
                  <a:pt x="272157" y="0"/>
                </a:lnTo>
              </a:path>
            </a:pathLst>
          </a:custGeom>
          <a:noFill/>
          <a:ln w="18900">
            <a:solidFill>
              <a:srgbClr val="FFC000"/>
            </a:solidFill>
          </a:ln>
        </p:spPr>
      </p:sp>
      <p:sp>
        <p:nvSpPr>
          <p:cNvPr id="44" name="Box 34"/>
          <p:cNvSpPr/>
          <p:nvPr/>
        </p:nvSpPr>
        <p:spPr>
          <a:xfrm>
            <a:off x="5049047" y="4694841"/>
            <a:ext cx="907192" cy="242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950" dirty="0">
                <a:solidFill>
                  <a:srgbClr val="FFFFFF"/>
                </a:solidFill>
              </a:rPr>
              <a:t>Environment</a:t>
            </a:r>
          </a:p>
        </p:txBody>
      </p:sp>
      <p:sp>
        <p:nvSpPr>
          <p:cNvPr id="45" name="Box 35"/>
          <p:cNvSpPr/>
          <p:nvPr/>
        </p:nvSpPr>
        <p:spPr>
          <a:xfrm>
            <a:off x="3871318" y="4516642"/>
            <a:ext cx="1611885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Subject moved too quickly</a:t>
            </a:r>
          </a:p>
        </p:txBody>
      </p:sp>
      <p:sp>
        <p:nvSpPr>
          <p:cNvPr id="46" name="Shape 36"/>
          <p:cNvSpPr/>
          <p:nvPr/>
        </p:nvSpPr>
        <p:spPr>
          <a:xfrm>
            <a:off x="5483203" y="4605741"/>
            <a:ext cx="64800" cy="1"/>
          </a:xfrm>
          <a:custGeom>
            <a:avLst/>
            <a:gdLst/>
            <a:ahLst/>
            <a:cxnLst/>
            <a:rect l="0" t="0" r="0" b="0"/>
            <a:pathLst>
              <a:path w="64800" h="1" fill="none">
                <a:moveTo>
                  <a:pt x="0" y="0"/>
                </a:moveTo>
                <a:lnTo>
                  <a:pt x="64800" y="0"/>
                </a:lnTo>
              </a:path>
            </a:pathLst>
          </a:custGeom>
          <a:noFill/>
          <a:ln w="8100">
            <a:solidFill>
              <a:srgbClr val="FFD659"/>
            </a:solidFill>
          </a:ln>
        </p:spPr>
      </p:sp>
      <p:sp>
        <p:nvSpPr>
          <p:cNvPr id="47" name="Box 37"/>
          <p:cNvSpPr/>
          <p:nvPr/>
        </p:nvSpPr>
        <p:spPr>
          <a:xfrm>
            <a:off x="4974528" y="4338444"/>
            <a:ext cx="599394" cy="178198"/>
          </a:xfrm>
          <a:prstGeom prst="rect">
            <a:avLst/>
          </a:prstGeom>
          <a:noFill/>
          <a:ln>
            <a:noFill/>
          </a:ln>
        </p:spPr>
        <p:txBody>
          <a:bodyPr wrap="none" lIns="16200" tIns="0" rIns="1620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000000"/>
                </a:solidFill>
              </a:rPr>
              <a:t>Too dark</a:t>
            </a:r>
          </a:p>
        </p:txBody>
      </p:sp>
      <p:sp>
        <p:nvSpPr>
          <p:cNvPr id="48" name="Shape 38"/>
          <p:cNvSpPr/>
          <p:nvPr/>
        </p:nvSpPr>
        <p:spPr>
          <a:xfrm>
            <a:off x="5573922" y="4427543"/>
            <a:ext cx="64800" cy="1"/>
          </a:xfrm>
          <a:custGeom>
            <a:avLst/>
            <a:gdLst/>
            <a:ahLst/>
            <a:cxnLst/>
            <a:rect l="0" t="0" r="0" b="0"/>
            <a:pathLst>
              <a:path w="64800" h="1" fill="none">
                <a:moveTo>
                  <a:pt x="0" y="0"/>
                </a:moveTo>
                <a:lnTo>
                  <a:pt x="64800" y="0"/>
                </a:lnTo>
              </a:path>
            </a:pathLst>
          </a:custGeom>
          <a:noFill/>
          <a:ln w="8100">
            <a:solidFill>
              <a:srgbClr val="FFD659"/>
            </a:solidFill>
          </a:ln>
        </p:spPr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ishikawa-beta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Blurry Photo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Process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Out of focus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Shutter speed too slow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Protective film not removed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Beautification filter applied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User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Shaky hands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Equipment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LENS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Inappropriate lens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Damaged lens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Dirty lens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SENSOR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Damaged sensor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    Dirty sensor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Environment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Subject moved too quickly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    Too dark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ishikawa.md</dc:title>
  <dc:creator>md2nativedocx</dc:creator>
  <cp:lastModifiedBy>md2nativedocx</cp:lastModifiedBy>
  <dcterms:created xsi:type="dcterms:W3CDTF">2026-10-05T12:12:50Z</dcterms:created>
  <dcterms:modified xsi:type="dcterms:W3CDTF">2026-10-05T12:12:50Z</dcterms:modified>
</cp:coreProperties>
</file>