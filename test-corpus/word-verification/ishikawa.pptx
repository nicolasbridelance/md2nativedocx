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/>
      </a:lvl1pPr>
    </p:titleStyle>
    <p:bodyStyle>
      <a:lvl1pPr algn="l">
        <a:defRPr sz="1800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457200" y="228600"/>
            <a:ext cx="11277600" cy="685800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/>
          <a:p>
            <a:pPr algn="l"/>
            <a:r>
              <a:rPr lang="en-US" sz="2800" b="1" dirty="0">
                <a:solidFill>
                  <a:srgbClr val="1F2937"/>
                </a:solidFill>
              </a:rPr>
              <a:t>ishikawa</a:t>
            </a:r>
          </a:p>
        </p:txBody>
      </p:sp>
      <p:sp>
        <p:nvSpPr>
          <p:cNvPr id="11" name="Shape 1"/>
          <p:cNvSpPr/>
          <p:nvPr/>
        </p:nvSpPr>
        <p:spPr>
          <a:xfrm>
            <a:off x="768844" y="4428933"/>
            <a:ext cx="8940273" cy="1"/>
          </a:xfrm>
          <a:custGeom>
            <a:avLst/>
            <a:gdLst/>
            <a:ahLst/>
            <a:cxnLst/>
            <a:rect l="0" t="0" r="0" b="0"/>
            <a:pathLst>
              <a:path w="6557962" h="1" fill="none">
                <a:moveTo>
                  <a:pt x="0" y="0"/>
                </a:moveTo>
                <a:lnTo>
                  <a:pt x="6557962" y="0"/>
                </a:lnTo>
              </a:path>
            </a:pathLst>
          </a:custGeom>
          <a:noFill/>
          <a:ln w="51941">
            <a:solidFill>
              <a:srgbClr val="404040"/>
            </a:solidFill>
          </a:ln>
        </p:spPr>
      </p:sp>
      <p:sp>
        <p:nvSpPr>
          <p:cNvPr id="12" name="Box 2"/>
          <p:cNvSpPr/>
          <p:nvPr/>
        </p:nvSpPr>
        <p:spPr>
          <a:xfrm>
            <a:off x="9709117" y="4065349"/>
            <a:ext cx="1714039" cy="727168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636" dirty="0">
                <a:solidFill>
                  <a:srgbClr val="FFFFFF"/>
                </a:solidFill>
              </a:rPr>
              <a:t>Blurry Photo</a:t>
            </a:r>
          </a:p>
        </p:txBody>
      </p:sp>
      <p:sp>
        <p:nvSpPr>
          <p:cNvPr id="13" name="Shape 3"/>
          <p:cNvSpPr/>
          <p:nvPr/>
        </p:nvSpPr>
        <p:spPr>
          <a:xfrm>
            <a:off x="4063175" y="2143547"/>
            <a:ext cx="936230" cy="2285386"/>
          </a:xfrm>
          <a:custGeom>
            <a:avLst/>
            <a:gdLst/>
            <a:ahLst/>
            <a:cxnLst/>
            <a:rect l="0" t="0" r="0" b="0"/>
            <a:pathLst>
              <a:path w="686753" h="1676400" fill="none">
                <a:moveTo>
                  <a:pt x="0" y="0"/>
                </a:moveTo>
                <a:lnTo>
                  <a:pt x="686753" y="1676400"/>
                </a:lnTo>
              </a:path>
            </a:pathLst>
          </a:custGeom>
          <a:noFill/>
          <a:ln w="30299">
            <a:solidFill>
              <a:srgbClr val="4472C4"/>
            </a:solidFill>
          </a:ln>
        </p:spPr>
      </p:sp>
      <p:sp>
        <p:nvSpPr>
          <p:cNvPr id="14" name="Box 4"/>
          <p:cNvSpPr/>
          <p:nvPr/>
        </p:nvSpPr>
        <p:spPr>
          <a:xfrm>
            <a:off x="3543769" y="1753993"/>
            <a:ext cx="1038812" cy="389554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500" dirty="0">
                <a:solidFill>
                  <a:srgbClr val="FFFFFF"/>
                </a:solidFill>
              </a:rPr>
              <a:t>Process</a:t>
            </a:r>
          </a:p>
        </p:txBody>
      </p:sp>
      <p:sp>
        <p:nvSpPr>
          <p:cNvPr id="15" name="Box 5"/>
          <p:cNvSpPr/>
          <p:nvPr/>
        </p:nvSpPr>
        <p:spPr>
          <a:xfrm>
            <a:off x="2693324" y="2143547"/>
            <a:ext cx="1324485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000000"/>
                </a:solidFill>
              </a:rPr>
              <a:t>Out of focus</a:t>
            </a:r>
          </a:p>
        </p:txBody>
      </p:sp>
      <p:sp>
        <p:nvSpPr>
          <p:cNvPr id="16" name="Shape 6"/>
          <p:cNvSpPr/>
          <p:nvPr/>
        </p:nvSpPr>
        <p:spPr>
          <a:xfrm>
            <a:off x="4017809" y="2286384"/>
            <a:ext cx="103881" cy="1"/>
          </a:xfrm>
          <a:custGeom>
            <a:avLst/>
            <a:gdLst/>
            <a:ahLst/>
            <a:cxnLst/>
            <a:rect l="0" t="0" r="0" b="0"/>
            <a:pathLst>
              <a:path w="76200" h="1" fill="none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2985">
            <a:solidFill>
              <a:srgbClr val="85A3D9"/>
            </a:solidFill>
          </a:ln>
        </p:spPr>
      </p:sp>
      <p:sp>
        <p:nvSpPr>
          <p:cNvPr id="17" name="Box 7"/>
          <p:cNvSpPr/>
          <p:nvPr/>
        </p:nvSpPr>
        <p:spPr>
          <a:xfrm>
            <a:off x="1849452" y="2429220"/>
            <a:ext cx="2285386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000000"/>
                </a:solidFill>
              </a:rPr>
              <a:t>Shutter speed too slow</a:t>
            </a:r>
          </a:p>
        </p:txBody>
      </p:sp>
      <p:sp>
        <p:nvSpPr>
          <p:cNvPr id="18" name="Shape 8"/>
          <p:cNvSpPr/>
          <p:nvPr/>
        </p:nvSpPr>
        <p:spPr>
          <a:xfrm>
            <a:off x="4134838" y="2572057"/>
            <a:ext cx="103881" cy="1"/>
          </a:xfrm>
          <a:custGeom>
            <a:avLst/>
            <a:gdLst/>
            <a:ahLst/>
            <a:cxnLst/>
            <a:rect l="0" t="0" r="0" b="0"/>
            <a:pathLst>
              <a:path w="76200" h="1" fill="none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2985">
            <a:solidFill>
              <a:srgbClr val="85A3D9"/>
            </a:solidFill>
          </a:ln>
        </p:spPr>
      </p:sp>
      <p:sp>
        <p:nvSpPr>
          <p:cNvPr id="19" name="Box 9"/>
          <p:cNvSpPr/>
          <p:nvPr/>
        </p:nvSpPr>
        <p:spPr>
          <a:xfrm>
            <a:off x="1460060" y="2714894"/>
            <a:ext cx="2791807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000000"/>
                </a:solidFill>
              </a:rPr>
              <a:t>Protective film not removed</a:t>
            </a:r>
          </a:p>
        </p:txBody>
      </p:sp>
      <p:sp>
        <p:nvSpPr>
          <p:cNvPr id="20" name="Shape 10"/>
          <p:cNvSpPr/>
          <p:nvPr/>
        </p:nvSpPr>
        <p:spPr>
          <a:xfrm>
            <a:off x="4251866" y="2857730"/>
            <a:ext cx="103881" cy="1"/>
          </a:xfrm>
          <a:custGeom>
            <a:avLst/>
            <a:gdLst/>
            <a:ahLst/>
            <a:cxnLst/>
            <a:rect l="0" t="0" r="0" b="0"/>
            <a:pathLst>
              <a:path w="76200" h="1" fill="none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2985">
            <a:solidFill>
              <a:srgbClr val="85A3D9"/>
            </a:solidFill>
          </a:ln>
        </p:spPr>
      </p:sp>
      <p:sp>
        <p:nvSpPr>
          <p:cNvPr id="21" name="Box 11"/>
          <p:cNvSpPr/>
          <p:nvPr/>
        </p:nvSpPr>
        <p:spPr>
          <a:xfrm>
            <a:off x="1330370" y="3000567"/>
            <a:ext cx="3038525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000000"/>
                </a:solidFill>
              </a:rPr>
              <a:t>Beautification filter applied</a:t>
            </a:r>
          </a:p>
        </p:txBody>
      </p:sp>
      <p:sp>
        <p:nvSpPr>
          <p:cNvPr id="22" name="Shape 12"/>
          <p:cNvSpPr/>
          <p:nvPr/>
        </p:nvSpPr>
        <p:spPr>
          <a:xfrm>
            <a:off x="4368895" y="3143404"/>
            <a:ext cx="103881" cy="1"/>
          </a:xfrm>
          <a:custGeom>
            <a:avLst/>
            <a:gdLst/>
            <a:ahLst/>
            <a:cxnLst/>
            <a:rect l="0" t="0" r="0" b="0"/>
            <a:pathLst>
              <a:path w="76200" h="1" fill="none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2985">
            <a:solidFill>
              <a:srgbClr val="85A3D9"/>
            </a:solidFill>
          </a:ln>
        </p:spPr>
      </p:sp>
      <p:sp>
        <p:nvSpPr>
          <p:cNvPr id="23" name="Shape 13"/>
          <p:cNvSpPr/>
          <p:nvPr/>
        </p:nvSpPr>
        <p:spPr>
          <a:xfrm>
            <a:off x="4563104" y="4428933"/>
            <a:ext cx="436301" cy="857020"/>
          </a:xfrm>
          <a:custGeom>
            <a:avLst/>
            <a:gdLst/>
            <a:ahLst/>
            <a:cxnLst/>
            <a:rect l="0" t="0" r="0" b="0"/>
            <a:pathLst>
              <a:path w="320040" h="628650" fill="none">
                <a:moveTo>
                  <a:pt x="0" y="628650"/>
                </a:moveTo>
                <a:lnTo>
                  <a:pt x="320040" y="0"/>
                </a:lnTo>
              </a:path>
            </a:pathLst>
          </a:custGeom>
          <a:noFill/>
          <a:ln w="30299">
            <a:solidFill>
              <a:srgbClr val="ED7D31"/>
            </a:solidFill>
          </a:ln>
        </p:spPr>
      </p:sp>
      <p:sp>
        <p:nvSpPr>
          <p:cNvPr id="24" name="Box 14"/>
          <p:cNvSpPr/>
          <p:nvPr/>
        </p:nvSpPr>
        <p:spPr>
          <a:xfrm>
            <a:off x="4193026" y="5285953"/>
            <a:ext cx="740153" cy="38955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500" dirty="0">
                <a:solidFill>
                  <a:srgbClr val="FFFFFF"/>
                </a:solidFill>
              </a:rPr>
              <a:t>User</a:t>
            </a:r>
          </a:p>
        </p:txBody>
      </p:sp>
      <p:sp>
        <p:nvSpPr>
          <p:cNvPr id="25" name="Box 15"/>
          <p:cNvSpPr/>
          <p:nvPr/>
        </p:nvSpPr>
        <p:spPr>
          <a:xfrm>
            <a:off x="3259395" y="5000280"/>
            <a:ext cx="1272544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000000"/>
                </a:solidFill>
              </a:rPr>
              <a:t>Shaky hands</a:t>
            </a:r>
          </a:p>
        </p:txBody>
      </p:sp>
      <p:sp>
        <p:nvSpPr>
          <p:cNvPr id="26" name="Shape 16"/>
          <p:cNvSpPr/>
          <p:nvPr/>
        </p:nvSpPr>
        <p:spPr>
          <a:xfrm>
            <a:off x="4531939" y="5143116"/>
            <a:ext cx="103881" cy="1"/>
          </a:xfrm>
          <a:custGeom>
            <a:avLst/>
            <a:gdLst/>
            <a:ahLst/>
            <a:cxnLst/>
            <a:rect l="0" t="0" r="0" b="0"/>
            <a:pathLst>
              <a:path w="76200" h="1" fill="none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2985">
            <a:solidFill>
              <a:srgbClr val="F3AB79"/>
            </a:solidFill>
          </a:ln>
        </p:spPr>
      </p:sp>
      <p:sp>
        <p:nvSpPr>
          <p:cNvPr id="27" name="Shape 17"/>
          <p:cNvSpPr/>
          <p:nvPr/>
        </p:nvSpPr>
        <p:spPr>
          <a:xfrm>
            <a:off x="8045720" y="2143547"/>
            <a:ext cx="936228" cy="2285386"/>
          </a:xfrm>
          <a:custGeom>
            <a:avLst/>
            <a:gdLst/>
            <a:ahLst/>
            <a:cxnLst/>
            <a:rect l="0" t="0" r="0" b="0"/>
            <a:pathLst>
              <a:path w="686752" h="1676400" fill="none">
                <a:moveTo>
                  <a:pt x="0" y="0"/>
                </a:moveTo>
                <a:lnTo>
                  <a:pt x="686752" y="1676400"/>
                </a:lnTo>
              </a:path>
            </a:pathLst>
          </a:custGeom>
          <a:noFill/>
          <a:ln w="30299">
            <a:solidFill>
              <a:srgbClr val="70AD47"/>
            </a:solidFill>
          </a:ln>
        </p:spPr>
      </p:sp>
      <p:sp>
        <p:nvSpPr>
          <p:cNvPr id="28" name="Box 18"/>
          <p:cNvSpPr/>
          <p:nvPr/>
        </p:nvSpPr>
        <p:spPr>
          <a:xfrm>
            <a:off x="7422433" y="1753993"/>
            <a:ext cx="1246574" cy="389554"/>
          </a:xfrm>
          <a:prstGeom prst="rect">
            <a:avLst/>
          </a:prstGeom>
          <a:solidFill>
            <a:srgbClr val="70AD47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500" dirty="0">
                <a:solidFill>
                  <a:srgbClr val="FFFFFF"/>
                </a:solidFill>
              </a:rPr>
              <a:t>Equipment</a:t>
            </a:r>
          </a:p>
        </p:txBody>
      </p:sp>
      <p:sp>
        <p:nvSpPr>
          <p:cNvPr id="29" name="Box 19"/>
          <p:cNvSpPr/>
          <p:nvPr/>
        </p:nvSpPr>
        <p:spPr>
          <a:xfrm>
            <a:off x="7338111" y="2143547"/>
            <a:ext cx="662243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000000"/>
                </a:solidFill>
              </a:rPr>
              <a:t>LENS</a:t>
            </a:r>
          </a:p>
        </p:txBody>
      </p:sp>
      <p:sp>
        <p:nvSpPr>
          <p:cNvPr id="30" name="Shape 20"/>
          <p:cNvSpPr/>
          <p:nvPr/>
        </p:nvSpPr>
        <p:spPr>
          <a:xfrm>
            <a:off x="8000353" y="2286384"/>
            <a:ext cx="103881" cy="1"/>
          </a:xfrm>
          <a:custGeom>
            <a:avLst/>
            <a:gdLst/>
            <a:ahLst/>
            <a:cxnLst/>
            <a:rect l="0" t="0" r="0" b="0"/>
            <a:pathLst>
              <a:path w="76200" h="1" fill="none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2985">
            <a:solidFill>
              <a:srgbClr val="A2CA87"/>
            </a:solidFill>
          </a:ln>
        </p:spPr>
      </p:sp>
      <p:sp>
        <p:nvSpPr>
          <p:cNvPr id="31" name="Box 21"/>
          <p:cNvSpPr/>
          <p:nvPr/>
        </p:nvSpPr>
        <p:spPr>
          <a:xfrm>
            <a:off x="5961847" y="2429220"/>
            <a:ext cx="1973742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i="1" sz="1500" dirty="0">
                <a:solidFill>
                  <a:srgbClr val="595959"/>
                </a:solidFill>
              </a:rPr>
              <a:t>Inappropriate lens</a:t>
            </a:r>
          </a:p>
        </p:txBody>
      </p:sp>
      <p:sp>
        <p:nvSpPr>
          <p:cNvPr id="32" name="Shape 22"/>
          <p:cNvSpPr/>
          <p:nvPr/>
        </p:nvSpPr>
        <p:spPr>
          <a:xfrm>
            <a:off x="7935590" y="2572057"/>
            <a:ext cx="285673" cy="1"/>
          </a:xfrm>
          <a:custGeom>
            <a:avLst/>
            <a:gdLst/>
            <a:ahLst/>
            <a:cxnLst/>
            <a:rect l="0" t="0" r="0" b="0"/>
            <a:pathLst>
              <a:path w="209550" h="1" fill="none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2985">
            <a:solidFill>
              <a:srgbClr val="A2CA87"/>
            </a:solidFill>
          </a:ln>
        </p:spPr>
      </p:sp>
      <p:sp>
        <p:nvSpPr>
          <p:cNvPr id="33" name="Box 23"/>
          <p:cNvSpPr/>
          <p:nvPr/>
        </p:nvSpPr>
        <p:spPr>
          <a:xfrm>
            <a:off x="6689178" y="2714894"/>
            <a:ext cx="1363440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i="1" sz="1500" dirty="0">
                <a:solidFill>
                  <a:srgbClr val="595959"/>
                </a:solidFill>
              </a:rPr>
              <a:t>Damaged lens</a:t>
            </a:r>
          </a:p>
        </p:txBody>
      </p:sp>
      <p:sp>
        <p:nvSpPr>
          <p:cNvPr id="34" name="Shape 24"/>
          <p:cNvSpPr/>
          <p:nvPr/>
        </p:nvSpPr>
        <p:spPr>
          <a:xfrm>
            <a:off x="8052618" y="2857730"/>
            <a:ext cx="285673" cy="1"/>
          </a:xfrm>
          <a:custGeom>
            <a:avLst/>
            <a:gdLst/>
            <a:ahLst/>
            <a:cxnLst/>
            <a:rect l="0" t="0" r="0" b="0"/>
            <a:pathLst>
              <a:path w="209550" h="1" fill="none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2985">
            <a:solidFill>
              <a:srgbClr val="A2CA87"/>
            </a:solidFill>
          </a:ln>
        </p:spPr>
      </p:sp>
      <p:sp>
        <p:nvSpPr>
          <p:cNvPr id="35" name="Box 25"/>
          <p:cNvSpPr/>
          <p:nvPr/>
        </p:nvSpPr>
        <p:spPr>
          <a:xfrm>
            <a:off x="7000984" y="3000567"/>
            <a:ext cx="1168663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i="1" sz="1500" dirty="0">
                <a:solidFill>
                  <a:srgbClr val="595959"/>
                </a:solidFill>
              </a:rPr>
              <a:t>Dirty lens</a:t>
            </a:r>
          </a:p>
        </p:txBody>
      </p:sp>
      <p:sp>
        <p:nvSpPr>
          <p:cNvPr id="36" name="Shape 26"/>
          <p:cNvSpPr/>
          <p:nvPr/>
        </p:nvSpPr>
        <p:spPr>
          <a:xfrm>
            <a:off x="8169647" y="3143404"/>
            <a:ext cx="285673" cy="1"/>
          </a:xfrm>
          <a:custGeom>
            <a:avLst/>
            <a:gdLst/>
            <a:ahLst/>
            <a:cxnLst/>
            <a:rect l="0" t="0" r="0" b="0"/>
            <a:pathLst>
              <a:path w="209550" h="1" fill="none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2985">
            <a:solidFill>
              <a:srgbClr val="A2CA87"/>
            </a:solidFill>
          </a:ln>
        </p:spPr>
      </p:sp>
      <p:sp>
        <p:nvSpPr>
          <p:cNvPr id="37" name="Box 27"/>
          <p:cNvSpPr/>
          <p:nvPr/>
        </p:nvSpPr>
        <p:spPr>
          <a:xfrm>
            <a:off x="7572492" y="3286240"/>
            <a:ext cx="895975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000000"/>
                </a:solidFill>
              </a:rPr>
              <a:t>SENSOR</a:t>
            </a:r>
          </a:p>
        </p:txBody>
      </p:sp>
      <p:sp>
        <p:nvSpPr>
          <p:cNvPr id="38" name="Shape 28"/>
          <p:cNvSpPr/>
          <p:nvPr/>
        </p:nvSpPr>
        <p:spPr>
          <a:xfrm>
            <a:off x="8468468" y="3429077"/>
            <a:ext cx="103881" cy="1"/>
          </a:xfrm>
          <a:custGeom>
            <a:avLst/>
            <a:gdLst/>
            <a:ahLst/>
            <a:cxnLst/>
            <a:rect l="0" t="0" r="0" b="0"/>
            <a:pathLst>
              <a:path w="76200" h="1" fill="none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2985">
            <a:solidFill>
              <a:srgbClr val="A2CA87"/>
            </a:solidFill>
          </a:ln>
        </p:spPr>
      </p:sp>
      <p:sp>
        <p:nvSpPr>
          <p:cNvPr id="39" name="Box 29"/>
          <p:cNvSpPr/>
          <p:nvPr/>
        </p:nvSpPr>
        <p:spPr>
          <a:xfrm>
            <a:off x="6832501" y="3571913"/>
            <a:ext cx="1571203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i="1" sz="1500" dirty="0">
                <a:solidFill>
                  <a:srgbClr val="595959"/>
                </a:solidFill>
              </a:rPr>
              <a:t>Damaged sensor</a:t>
            </a:r>
          </a:p>
        </p:txBody>
      </p:sp>
      <p:sp>
        <p:nvSpPr>
          <p:cNvPr id="40" name="Shape 30"/>
          <p:cNvSpPr/>
          <p:nvPr/>
        </p:nvSpPr>
        <p:spPr>
          <a:xfrm>
            <a:off x="8403704" y="3714750"/>
            <a:ext cx="285673" cy="1"/>
          </a:xfrm>
          <a:custGeom>
            <a:avLst/>
            <a:gdLst/>
            <a:ahLst/>
            <a:cxnLst/>
            <a:rect l="0" t="0" r="0" b="0"/>
            <a:pathLst>
              <a:path w="209550" h="1" fill="none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2985">
            <a:solidFill>
              <a:srgbClr val="A2CA87"/>
            </a:solidFill>
          </a:ln>
        </p:spPr>
      </p:sp>
      <p:sp>
        <p:nvSpPr>
          <p:cNvPr id="41" name="Box 31"/>
          <p:cNvSpPr/>
          <p:nvPr/>
        </p:nvSpPr>
        <p:spPr>
          <a:xfrm>
            <a:off x="7157292" y="3857587"/>
            <a:ext cx="1363440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i="1" sz="1500" dirty="0">
                <a:solidFill>
                  <a:srgbClr val="595959"/>
                </a:solidFill>
              </a:rPr>
              <a:t>Dirty sensor</a:t>
            </a:r>
          </a:p>
        </p:txBody>
      </p:sp>
      <p:sp>
        <p:nvSpPr>
          <p:cNvPr id="42" name="Shape 32"/>
          <p:cNvSpPr/>
          <p:nvPr/>
        </p:nvSpPr>
        <p:spPr>
          <a:xfrm>
            <a:off x="8520733" y="4000423"/>
            <a:ext cx="285673" cy="1"/>
          </a:xfrm>
          <a:custGeom>
            <a:avLst/>
            <a:gdLst/>
            <a:ahLst/>
            <a:cxnLst/>
            <a:rect l="0" t="0" r="0" b="0"/>
            <a:pathLst>
              <a:path w="209550" h="1" fill="none">
                <a:moveTo>
                  <a:pt x="0" y="0"/>
                </a:moveTo>
                <a:lnTo>
                  <a:pt x="209550" y="0"/>
                </a:lnTo>
              </a:path>
            </a:pathLst>
          </a:custGeom>
          <a:noFill/>
          <a:ln w="12985">
            <a:solidFill>
              <a:srgbClr val="A2CA87"/>
            </a:solidFill>
          </a:ln>
        </p:spPr>
      </p:sp>
      <p:sp>
        <p:nvSpPr>
          <p:cNvPr id="43" name="Shape 33"/>
          <p:cNvSpPr/>
          <p:nvPr/>
        </p:nvSpPr>
        <p:spPr>
          <a:xfrm>
            <a:off x="8545648" y="4428933"/>
            <a:ext cx="436301" cy="857020"/>
          </a:xfrm>
          <a:custGeom>
            <a:avLst/>
            <a:gdLst/>
            <a:ahLst/>
            <a:cxnLst/>
            <a:rect l="0" t="0" r="0" b="0"/>
            <a:pathLst>
              <a:path w="320040" h="628650" fill="none">
                <a:moveTo>
                  <a:pt x="0" y="628650"/>
                </a:moveTo>
                <a:lnTo>
                  <a:pt x="320040" y="0"/>
                </a:lnTo>
              </a:path>
            </a:pathLst>
          </a:custGeom>
          <a:noFill/>
          <a:ln w="30299">
            <a:solidFill>
              <a:srgbClr val="FFC000"/>
            </a:solidFill>
          </a:ln>
        </p:spPr>
      </p:sp>
      <p:sp>
        <p:nvSpPr>
          <p:cNvPr id="44" name="Box 34"/>
          <p:cNvSpPr/>
          <p:nvPr/>
        </p:nvSpPr>
        <p:spPr>
          <a:xfrm>
            <a:off x="7818479" y="5285953"/>
            <a:ext cx="1454337" cy="38955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wrap="none" lIns="0" tIns="0" rIns="0" bIns="0" anchor="ctr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US" b="1" sz="1500" dirty="0">
                <a:solidFill>
                  <a:srgbClr val="FFFFFF"/>
                </a:solidFill>
              </a:rPr>
              <a:t>Environment</a:t>
            </a:r>
          </a:p>
        </p:txBody>
      </p:sp>
      <p:sp>
        <p:nvSpPr>
          <p:cNvPr id="45" name="Box 35"/>
          <p:cNvSpPr/>
          <p:nvPr/>
        </p:nvSpPr>
        <p:spPr>
          <a:xfrm>
            <a:off x="5930439" y="5000280"/>
            <a:ext cx="2584044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000000"/>
                </a:solidFill>
              </a:rPr>
              <a:t>Subject moved too quickly</a:t>
            </a:r>
          </a:p>
        </p:txBody>
      </p:sp>
      <p:sp>
        <p:nvSpPr>
          <p:cNvPr id="46" name="Shape 36"/>
          <p:cNvSpPr/>
          <p:nvPr/>
        </p:nvSpPr>
        <p:spPr>
          <a:xfrm>
            <a:off x="8514483" y="5143116"/>
            <a:ext cx="103881" cy="1"/>
          </a:xfrm>
          <a:custGeom>
            <a:avLst/>
            <a:gdLst/>
            <a:ahLst/>
            <a:cxnLst/>
            <a:rect l="0" t="0" r="0" b="0"/>
            <a:pathLst>
              <a:path w="76200" h="1" fill="none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2985">
            <a:solidFill>
              <a:srgbClr val="FFD659"/>
            </a:solidFill>
          </a:ln>
        </p:spPr>
      </p:sp>
      <p:sp>
        <p:nvSpPr>
          <p:cNvPr id="47" name="Box 37"/>
          <p:cNvSpPr/>
          <p:nvPr/>
        </p:nvSpPr>
        <p:spPr>
          <a:xfrm>
            <a:off x="7699016" y="4714606"/>
            <a:ext cx="960901" cy="285673"/>
          </a:xfrm>
          <a:prstGeom prst="rect">
            <a:avLst/>
          </a:prstGeom>
          <a:noFill/>
          <a:ln>
            <a:noFill/>
          </a:ln>
        </p:spPr>
        <p:txBody>
          <a:bodyPr wrap="none" lIns="25970" tIns="0" rIns="25970" bIns="0" anchor="ctr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lang="en-US" sz="1500" dirty="0">
                <a:solidFill>
                  <a:srgbClr val="000000"/>
                </a:solidFill>
              </a:rPr>
              <a:t>Too dark</a:t>
            </a:r>
          </a:p>
        </p:txBody>
      </p:sp>
      <p:sp>
        <p:nvSpPr>
          <p:cNvPr id="48" name="Shape 38"/>
          <p:cNvSpPr/>
          <p:nvPr/>
        </p:nvSpPr>
        <p:spPr>
          <a:xfrm>
            <a:off x="8659917" y="4857443"/>
            <a:ext cx="103881" cy="1"/>
          </a:xfrm>
          <a:custGeom>
            <a:avLst/>
            <a:gdLst/>
            <a:ahLst/>
            <a:cxnLst/>
            <a:rect l="0" t="0" r="0" b="0"/>
            <a:pathLst>
              <a:path w="76200" h="1" fill="none">
                <a:moveTo>
                  <a:pt x="0" y="0"/>
                </a:moveTo>
                <a:lnTo>
                  <a:pt x="76200" y="0"/>
                </a:lnTo>
              </a:path>
            </a:pathLst>
          </a:custGeom>
          <a:noFill/>
          <a:ln w="12985">
            <a:solidFill>
              <a:srgbClr val="FFD659"/>
            </a:solidFill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md2nativedocx">
  <a:themeElements>
    <a:clrScheme name="md2nativedocx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d2nativedocx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md2nativedoc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md2nativedocx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ishikawa.md</dc:title>
  <dc:creator>md2nativedocx</dc:creator>
  <cp:lastModifiedBy>md2nativedocx</cp:lastModifiedBy>
  <dcterms:created xsi:type="dcterms:W3CDTF">2026-10-05T12:06:26Z</dcterms:created>
  <dcterms:modified xsi:type="dcterms:W3CDTF">2026-10-05T12:06:26Z</dcterms:modified>
</cp:coreProperties>
</file>