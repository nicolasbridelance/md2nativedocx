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minimal</a:t>
            </a:r>
          </a:p>
        </p:txBody>
      </p:sp>
      <p:sp>
        <p:nvSpPr>
          <p:cNvPr id="12" name="A" descr="A"/>
          <p:cNvSpPr/>
          <p:nvPr/>
        </p:nvSpPr>
        <p:spPr>
          <a:xfrm>
            <a:off x="1690688" y="3268266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A</a:t>
            </a:r>
          </a:p>
        </p:txBody>
      </p:sp>
      <p:sp>
        <p:nvSpPr>
          <p:cNvPr id="13" name="B" descr="B"/>
          <p:cNvSpPr/>
          <p:nvPr/>
        </p:nvSpPr>
        <p:spPr>
          <a:xfrm>
            <a:off x="5262563" y="2345531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B</a:t>
            </a:r>
          </a:p>
        </p:txBody>
      </p:sp>
      <p:sp>
        <p:nvSpPr>
          <p:cNvPr id="14" name="C" descr="C"/>
          <p:cNvSpPr/>
          <p:nvPr/>
        </p:nvSpPr>
        <p:spPr>
          <a:xfrm>
            <a:off x="8834438" y="3268266"/>
            <a:ext cx="1666875" cy="1785938"/>
          </a:xfrm>
          <a:prstGeom prst="rect">
            <a:avLst/>
          </a:prstGeom>
          <a:solidFill>
            <a:srgbClr val="D9E2F3"/>
          </a:solidFill>
          <a:ln w="31750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28600" tIns="114300" rIns="228600" bIns="1143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3000" dirty="0">
                <a:solidFill>
                  <a:srgbClr val="000000"/>
                </a:solidFill>
              </a:rPr>
              <a:t>C</a:t>
            </a:r>
          </a:p>
        </p:txBody>
      </p:sp>
      <p:cxnSp>
        <p:nvCxnSpPr>
          <p:cNvPr id="15" name="A--B"/>
          <p:cNvCxnSpPr>
            <a:stCxn id="12" idx="3"/>
            <a:endCxn id="13" idx="1"/>
          </p:cNvCxnSpPr>
          <p:nvPr/>
        </p:nvCxnSpPr>
        <p:spPr>
          <a:xfrm flipV="1">
            <a:off x="3357563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B--C"/>
          <p:cNvCxnSpPr>
            <a:stCxn id="13" idx="3"/>
            <a:endCxn id="14" idx="1"/>
          </p:cNvCxnSpPr>
          <p:nvPr/>
        </p:nvCxnSpPr>
        <p:spPr>
          <a:xfrm>
            <a:off x="6929438" y="3238501"/>
            <a:ext cx="1905000" cy="922733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--A"/>
          <p:cNvCxnSpPr>
            <a:stCxn id="14" idx="1"/>
            <a:endCxn id="12" idx="3"/>
          </p:cNvCxnSpPr>
          <p:nvPr/>
        </p:nvCxnSpPr>
        <p:spPr>
          <a:xfrm flipH="1">
            <a:off x="3357563" y="4161234"/>
            <a:ext cx="5476875" cy="0"/>
          </a:xfrm>
          <a:prstGeom prst="line">
            <a:avLst/>
          </a:prstGeom>
          <a:ln w="31750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minimal.md</dc:title>
  <dc:creator>md2nativedocx</dc:creator>
  <cp:lastModifiedBy>md2nativedocx</cp:lastModifiedBy>
  <dcterms:created xsi:type="dcterms:W3CDTF">2026-10-05T12:06:28Z</dcterms:created>
  <dcterms:modified xsi:type="dcterms:W3CDTF">2026-10-05T12:06:28Z</dcterms:modified>
</cp:coreProperties>
</file>