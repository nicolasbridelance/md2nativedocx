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Word verification — minimal</a:t>
            </a:r>
          </a:p>
        </p:txBody>
      </p:sp>
      <p:sp>
        <p:nvSpPr>
          <p:cNvPr id="12" name="A" descr="A"/>
          <p:cNvSpPr/>
          <p:nvPr/>
        </p:nvSpPr>
        <p:spPr>
          <a:xfrm>
            <a:off x="457200" y="3358258"/>
            <a:ext cx="1330905" cy="1425970"/>
          </a:xfrm>
          <a:prstGeom prst="rect">
            <a:avLst/>
          </a:prstGeom>
          <a:solidFill>
            <a:srgbClr val="D9E2F3"/>
          </a:solidFill>
          <a:ln w="25351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524" tIns="91262" rIns="182524" bIns="912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95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3" name="B" descr="B"/>
          <p:cNvSpPr/>
          <p:nvPr/>
        </p:nvSpPr>
        <p:spPr>
          <a:xfrm>
            <a:off x="3309139" y="2621507"/>
            <a:ext cx="1330905" cy="1425970"/>
          </a:xfrm>
          <a:prstGeom prst="rect">
            <a:avLst/>
          </a:prstGeom>
          <a:solidFill>
            <a:srgbClr val="D9E2F3"/>
          </a:solidFill>
          <a:ln w="25351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524" tIns="91262" rIns="182524" bIns="912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95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4" name="C" descr="C"/>
          <p:cNvSpPr/>
          <p:nvPr/>
        </p:nvSpPr>
        <p:spPr>
          <a:xfrm>
            <a:off x="6161079" y="3358258"/>
            <a:ext cx="1330905" cy="1425970"/>
          </a:xfrm>
          <a:prstGeom prst="rect">
            <a:avLst/>
          </a:prstGeom>
          <a:solidFill>
            <a:srgbClr val="D9E2F3"/>
          </a:solidFill>
          <a:ln w="25351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524" tIns="91262" rIns="182524" bIns="9126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395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15" name="A--B"/>
          <p:cNvCxnSpPr>
            <a:stCxn id="12" idx="3"/>
            <a:endCxn id="13" idx="1"/>
          </p:cNvCxnSpPr>
          <p:nvPr/>
        </p:nvCxnSpPr>
        <p:spPr>
          <a:xfrm flipV="1">
            <a:off x="1788105" y="3334492"/>
            <a:ext cx="1521034" cy="736750"/>
          </a:xfrm>
          <a:prstGeom prst="line">
            <a:avLst/>
          </a:prstGeom>
          <a:ln w="2535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--C"/>
          <p:cNvCxnSpPr>
            <a:stCxn id="13" idx="3"/>
            <a:endCxn id="14" idx="1"/>
          </p:cNvCxnSpPr>
          <p:nvPr/>
        </p:nvCxnSpPr>
        <p:spPr>
          <a:xfrm>
            <a:off x="4640045" y="3334492"/>
            <a:ext cx="1521034" cy="736750"/>
          </a:xfrm>
          <a:prstGeom prst="line">
            <a:avLst/>
          </a:prstGeom>
          <a:ln w="2535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--A"/>
          <p:cNvCxnSpPr>
            <a:stCxn id="14" idx="1"/>
            <a:endCxn id="12" idx="3"/>
          </p:cNvCxnSpPr>
          <p:nvPr/>
        </p:nvCxnSpPr>
        <p:spPr>
          <a:xfrm flipH="1">
            <a:off x="1788105" y="4071242"/>
            <a:ext cx="4372974" cy="0"/>
          </a:xfrm>
          <a:prstGeom prst="line">
            <a:avLst/>
          </a:prstGeom>
          <a:ln w="2535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graph LR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A --&gt; B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B --&gt; 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C --&gt;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minimal.md</dc:title>
  <dc:creator>md2nativedocx</dc:creator>
  <cp:lastModifiedBy>md2nativedocx</cp:lastModifiedBy>
  <dcterms:created xsi:type="dcterms:W3CDTF">2026-10-05T12:12:52Z</dcterms:created>
  <dcterms:modified xsi:type="dcterms:W3CDTF">2026-10-05T12:12:52Z</dcterms:modified>
</cp:coreProperties>
</file>