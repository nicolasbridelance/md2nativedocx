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block</a:t>
            </a:r>
          </a:p>
        </p:txBody>
      </p:sp>
      <p:sp>
        <p:nvSpPr>
          <p:cNvPr id="11" name="Block doc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2" name="Box 2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Block db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4" name="Box 4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15" name="Group pipeline"/>
          <p:cNvSpPr/>
          <p:nvPr/>
        </p:nvSpPr>
        <p:spPr>
          <a:xfrm>
            <a:off x="2322739" y="2904671"/>
            <a:ext cx="7546521" cy="1620157"/>
          </a:xfrm>
          <a:prstGeom prst="roundRect">
            <a:avLst/>
          </a:prstGeom>
          <a:solidFill>
            <a:srgbClr val="F5F5F5"/>
          </a:solidFill>
          <a:ln w="21318">
            <a:solidFill>
              <a:srgbClr val="BFBFBF"/>
            </a:solidFill>
          </a:ln>
        </p:spPr>
      </p:sp>
      <p:sp>
        <p:nvSpPr>
          <p:cNvPr id="16" name="Block parse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7" name="Box 7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8" name="Block layout"/>
          <p:cNvSpPr/>
          <p:nvPr/>
        </p:nvSpPr>
        <p:spPr>
          <a:xfrm>
            <a:off x="499457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9" name="Box 9"/>
          <p:cNvSpPr/>
          <p:nvPr/>
        </p:nvSpPr>
        <p:spPr>
          <a:xfrm>
            <a:off x="499457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Layout</a:t>
            </a:r>
          </a:p>
        </p:txBody>
      </p:sp>
      <p:sp>
        <p:nvSpPr>
          <p:cNvPr id="20" name="Block emit"/>
          <p:cNvSpPr/>
          <p:nvPr/>
        </p:nvSpPr>
        <p:spPr>
          <a:xfrm>
            <a:off x="745323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1" name="Box 11"/>
          <p:cNvSpPr/>
          <p:nvPr/>
        </p:nvSpPr>
        <p:spPr>
          <a:xfrm>
            <a:off x="745323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Emit</a:t>
            </a:r>
          </a:p>
        </p:txBody>
      </p:sp>
      <p:sp>
        <p:nvSpPr>
          <p:cNvPr id="22" name="Block a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solidFill>
            <a:srgbClr val="FDE68A"/>
          </a:solidFill>
          <a:ln w="21318">
            <a:solidFill>
              <a:srgbClr val="B45309"/>
            </a:solidFill>
          </a:ln>
        </p:spPr>
      </p:sp>
      <p:sp>
        <p:nvSpPr>
          <p:cNvPr id="23" name="Box 13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24" name="Shape 14"/>
          <p:cNvSpPr/>
          <p:nvPr/>
        </p:nvSpPr>
        <p:spPr>
          <a:xfrm>
            <a:off x="7524296" y="4780643"/>
            <a:ext cx="2344964" cy="1193800"/>
          </a:xfrm>
          <a:prstGeom prst="ellipse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5" name="Box 15"/>
          <p:cNvSpPr/>
          <p:nvPr/>
        </p:nvSpPr>
        <p:spPr>
          <a:xfrm>
            <a:off x="7524296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Out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3546239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7" name="Connector 17"/>
          <p:cNvCxnSpPr/>
          <p:nvPr/>
        </p:nvCxnSpPr>
        <p:spPr>
          <a:xfrm flipV="1">
            <a:off x="8605677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8" name="Connector 18"/>
          <p:cNvCxnSpPr/>
          <p:nvPr/>
        </p:nvCxnSpPr>
        <p:spPr>
          <a:xfrm>
            <a:off x="4667704" y="5377543"/>
            <a:ext cx="2856593" cy="2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sp>
        <p:nvSpPr>
          <p:cNvPr id="29" name="Box 19"/>
          <p:cNvSpPr/>
          <p:nvPr/>
        </p:nvSpPr>
        <p:spPr>
          <a:xfrm>
            <a:off x="5680303" y="5185682"/>
            <a:ext cx="831396" cy="383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014" dirty="0">
                <a:solidFill>
                  <a:srgbClr val="000000"/>
                </a:solidFill>
              </a:rPr>
              <a:t>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block.md</dc:title>
  <dc:creator>md2nativedocx</dc:creator>
  <cp:lastModifiedBy>md2nativedocx</cp:lastModifiedBy>
  <dcterms:created xsi:type="dcterms:W3CDTF">2026-10-05T11:54:20Z</dcterms:created>
  <dcterms:modified xsi:type="dcterms:W3CDTF">2026-10-05T11:54:20Z</dcterms:modified>
</cp:coreProperties>
</file>