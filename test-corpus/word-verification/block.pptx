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block</a:t>
            </a:r>
          </a:p>
        </p:txBody>
      </p:sp>
      <p:sp>
        <p:nvSpPr>
          <p:cNvPr id="11" name="Block doc"/>
          <p:cNvSpPr/>
          <p:nvPr/>
        </p:nvSpPr>
        <p:spPr>
          <a:xfrm>
            <a:off x="814296" y="1822143"/>
            <a:ext cx="1964026" cy="999868"/>
          </a:xfrm>
          <a:prstGeom prst="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12" name="Box 2"/>
          <p:cNvSpPr/>
          <p:nvPr/>
        </p:nvSpPr>
        <p:spPr>
          <a:xfrm>
            <a:off x="814296" y="1822143"/>
            <a:ext cx="1964026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Document</a:t>
            </a:r>
          </a:p>
        </p:txBody>
      </p:sp>
      <p:sp>
        <p:nvSpPr>
          <p:cNvPr id="13" name="Block db"/>
          <p:cNvSpPr/>
          <p:nvPr/>
        </p:nvSpPr>
        <p:spPr>
          <a:xfrm>
            <a:off x="5170862" y="1822143"/>
            <a:ext cx="1964026" cy="999868"/>
          </a:xfrm>
          <a:prstGeom prst="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14" name="Box 4"/>
          <p:cNvSpPr/>
          <p:nvPr/>
        </p:nvSpPr>
        <p:spPr>
          <a:xfrm>
            <a:off x="5170862" y="1822143"/>
            <a:ext cx="1964026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15" name="Group pipeline"/>
          <p:cNvSpPr/>
          <p:nvPr/>
        </p:nvSpPr>
        <p:spPr>
          <a:xfrm>
            <a:off x="814296" y="3036268"/>
            <a:ext cx="6320593" cy="1356963"/>
          </a:xfrm>
          <a:prstGeom prst="roundRect">
            <a:avLst/>
          </a:prstGeom>
          <a:solidFill>
            <a:srgbClr val="F5F5F5"/>
          </a:solidFill>
          <a:ln w="17855">
            <a:solidFill>
              <a:srgbClr val="BFBFBF"/>
            </a:solidFill>
          </a:ln>
        </p:spPr>
      </p:sp>
      <p:sp>
        <p:nvSpPr>
          <p:cNvPr id="16" name="Block parse"/>
          <p:cNvSpPr/>
          <p:nvPr/>
        </p:nvSpPr>
        <p:spPr>
          <a:xfrm>
            <a:off x="992843" y="3214816"/>
            <a:ext cx="1844994" cy="999868"/>
          </a:xfrm>
          <a:prstGeom prst="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17" name="Box 7"/>
          <p:cNvSpPr/>
          <p:nvPr/>
        </p:nvSpPr>
        <p:spPr>
          <a:xfrm>
            <a:off x="992843" y="3214816"/>
            <a:ext cx="1844994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Parse</a:t>
            </a:r>
          </a:p>
        </p:txBody>
      </p:sp>
      <p:sp>
        <p:nvSpPr>
          <p:cNvPr id="18" name="Block layout"/>
          <p:cNvSpPr/>
          <p:nvPr/>
        </p:nvSpPr>
        <p:spPr>
          <a:xfrm>
            <a:off x="3052095" y="3214816"/>
            <a:ext cx="1844994" cy="999868"/>
          </a:xfrm>
          <a:prstGeom prst="round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19" name="Box 9"/>
          <p:cNvSpPr/>
          <p:nvPr/>
        </p:nvSpPr>
        <p:spPr>
          <a:xfrm>
            <a:off x="3052095" y="3214816"/>
            <a:ext cx="1844994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Layout</a:t>
            </a:r>
          </a:p>
        </p:txBody>
      </p:sp>
      <p:sp>
        <p:nvSpPr>
          <p:cNvPr id="20" name="Block emit"/>
          <p:cNvSpPr/>
          <p:nvPr/>
        </p:nvSpPr>
        <p:spPr>
          <a:xfrm>
            <a:off x="5111346" y="3214816"/>
            <a:ext cx="1844994" cy="999868"/>
          </a:xfrm>
          <a:prstGeom prst="round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21" name="Box 11"/>
          <p:cNvSpPr/>
          <p:nvPr/>
        </p:nvSpPr>
        <p:spPr>
          <a:xfrm>
            <a:off x="5111346" y="3214816"/>
            <a:ext cx="1844994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Emit</a:t>
            </a:r>
          </a:p>
        </p:txBody>
      </p:sp>
      <p:sp>
        <p:nvSpPr>
          <p:cNvPr id="22" name="Block a"/>
          <p:cNvSpPr/>
          <p:nvPr/>
        </p:nvSpPr>
        <p:spPr>
          <a:xfrm>
            <a:off x="814296" y="4607489"/>
            <a:ext cx="1964026" cy="999868"/>
          </a:xfrm>
          <a:prstGeom prst="rect">
            <a:avLst/>
          </a:prstGeom>
          <a:solidFill>
            <a:srgbClr val="FDE68A"/>
          </a:solidFill>
          <a:ln w="17855">
            <a:solidFill>
              <a:srgbClr val="B45309"/>
            </a:solidFill>
          </a:ln>
        </p:spPr>
      </p:sp>
      <p:sp>
        <p:nvSpPr>
          <p:cNvPr id="23" name="Box 13"/>
          <p:cNvSpPr/>
          <p:nvPr/>
        </p:nvSpPr>
        <p:spPr>
          <a:xfrm>
            <a:off x="814296" y="4607489"/>
            <a:ext cx="1964026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24" name="Shape 14"/>
          <p:cNvSpPr/>
          <p:nvPr/>
        </p:nvSpPr>
        <p:spPr>
          <a:xfrm>
            <a:off x="5170862" y="4607489"/>
            <a:ext cx="1964026" cy="999868"/>
          </a:xfrm>
          <a:prstGeom prst="ellipse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25" name="Box 15"/>
          <p:cNvSpPr/>
          <p:nvPr/>
        </p:nvSpPr>
        <p:spPr>
          <a:xfrm>
            <a:off x="5170862" y="4607489"/>
            <a:ext cx="1964026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Out</a:t>
            </a:r>
          </a:p>
        </p:txBody>
      </p:sp>
      <p:cxnSp>
        <p:nvCxnSpPr>
          <p:cNvPr id="26" name="Connector 16"/>
          <p:cNvCxnSpPr/>
          <p:nvPr/>
        </p:nvCxnSpPr>
        <p:spPr>
          <a:xfrm>
            <a:off x="1839038" y="2822011"/>
            <a:ext cx="33573" cy="392805"/>
          </a:xfrm>
          <a:prstGeom prst="line">
            <a:avLst/>
          </a:prstGeom>
          <a:ln w="23806">
            <a:solidFill>
              <a:srgbClr val="404040"/>
            </a:solidFill>
            <a:prstDash val="solid"/>
            <a:tailEnd type="triangle" w="sm" len="sm"/>
          </a:ln>
        </p:spPr>
      </p:cxnSp>
      <p:cxnSp>
        <p:nvCxnSpPr>
          <p:cNvPr id="27" name="Connector 17"/>
          <p:cNvCxnSpPr/>
          <p:nvPr/>
        </p:nvCxnSpPr>
        <p:spPr>
          <a:xfrm flipV="1">
            <a:off x="6076573" y="2822011"/>
            <a:ext cx="33573" cy="392805"/>
          </a:xfrm>
          <a:prstGeom prst="line">
            <a:avLst/>
          </a:prstGeom>
          <a:ln w="23806">
            <a:solidFill>
              <a:srgbClr val="404040"/>
            </a:solidFill>
            <a:prstDash val="solid"/>
            <a:tailEnd type="triangle" w="sm" len="sm"/>
          </a:ln>
        </p:spPr>
      </p:cxnSp>
      <p:cxnSp>
        <p:nvCxnSpPr>
          <p:cNvPr id="28" name="Connector 18"/>
          <p:cNvCxnSpPr/>
          <p:nvPr/>
        </p:nvCxnSpPr>
        <p:spPr>
          <a:xfrm>
            <a:off x="2778322" y="5107423"/>
            <a:ext cx="2392541" cy="2"/>
          </a:xfrm>
          <a:prstGeom prst="line">
            <a:avLst/>
          </a:prstGeom>
          <a:ln w="23806">
            <a:solidFill>
              <a:srgbClr val="404040"/>
            </a:solidFill>
            <a:prstDash val="solid"/>
            <a:tailEnd type="triangle" w="sm" len="sm"/>
          </a:ln>
        </p:spPr>
      </p:cxnSp>
      <p:sp>
        <p:nvSpPr>
          <p:cNvPr id="29" name="Box 19"/>
          <p:cNvSpPr/>
          <p:nvPr/>
        </p:nvSpPr>
        <p:spPr>
          <a:xfrm>
            <a:off x="3626425" y="4946730"/>
            <a:ext cx="696336" cy="3213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87" dirty="0">
                <a:solidFill>
                  <a:srgbClr val="000000"/>
                </a:solidFill>
              </a:rPr>
              <a:t>text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block-beta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columns 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doc["Document"] space:1 db[("Database")]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block:pipeline:3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columns 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parse["Parse"] layout("Layout") emit(["Emit"])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a["Input"] space b(("Out"))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doc --&gt; parse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emit --&gt; db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 -- "text" --&gt; 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fill:#fde68a,stroke:#b45309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block.md</dc:title>
  <dc:creator>md2nativedocx</dc:creator>
  <cp:lastModifiedBy>md2nativedocx</cp:lastModifiedBy>
  <dcterms:created xsi:type="dcterms:W3CDTF">2026-10-05T12:12:46Z</dcterms:created>
  <dcterms:modified xsi:type="dcterms:W3CDTF">2026-10-05T12:12:46Z</dcterms:modified>
</cp:coreProperties>
</file>