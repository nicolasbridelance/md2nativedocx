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</a:t>
            </a:r>
          </a:p>
        </p:txBody>
      </p:sp>
      <p:sp>
        <p:nvSpPr>
          <p:cNvPr id="11" name="Box 1"/>
          <p:cNvSpPr/>
          <p:nvPr/>
        </p:nvSpPr>
        <p:spPr>
          <a:xfrm>
            <a:off x="1279424" y="1175212"/>
            <a:ext cx="9633152" cy="4395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66" dirty="0">
                <a:solidFill>
                  <a:srgbClr val="000000"/>
                </a:solidFill>
              </a:rPr>
              <a:t>Sales Revenue</a:t>
            </a:r>
          </a:p>
        </p:txBody>
      </p:sp>
      <p:sp>
        <p:nvSpPr>
          <p:cNvPr id="12" name="Box 2"/>
          <p:cNvSpPr/>
          <p:nvPr/>
        </p:nvSpPr>
        <p:spPr>
          <a:xfrm>
            <a:off x="2170704" y="1614747"/>
            <a:ext cx="8204662" cy="268605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282" dirty="0">
                <a:solidFill>
                  <a:srgbClr val="000000"/>
                </a:solidFill>
              </a:rPr>
              <a:t>Revenue (in $)</a:t>
            </a:r>
          </a:p>
        </p:txBody>
      </p:sp>
      <p:sp>
        <p:nvSpPr>
          <p:cNvPr id="13" name="Shape 3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4" name="Box 4"/>
          <p:cNvSpPr/>
          <p:nvPr/>
        </p:nvSpPr>
        <p:spPr>
          <a:xfrm>
            <a:off x="1340471" y="5704869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4000</a:t>
            </a:r>
          </a:p>
        </p:txBody>
      </p:sp>
      <p:sp>
        <p:nvSpPr>
          <p:cNvPr id="15" name="Shape 5"/>
          <p:cNvSpPr/>
          <p:nvPr/>
        </p:nvSpPr>
        <p:spPr>
          <a:xfrm>
            <a:off x="2170704" y="4768239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6" name="Box 6"/>
          <p:cNvSpPr/>
          <p:nvPr/>
        </p:nvSpPr>
        <p:spPr>
          <a:xfrm>
            <a:off x="1340471" y="4658355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6000</a:t>
            </a:r>
          </a:p>
        </p:txBody>
      </p:sp>
      <p:sp>
        <p:nvSpPr>
          <p:cNvPr id="17" name="Shape 7"/>
          <p:cNvSpPr/>
          <p:nvPr/>
        </p:nvSpPr>
        <p:spPr>
          <a:xfrm>
            <a:off x="2170704" y="3721727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1340471" y="3611843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8000</a:t>
            </a:r>
          </a:p>
        </p:txBody>
      </p:sp>
      <p:sp>
        <p:nvSpPr>
          <p:cNvPr id="19" name="Shape 9"/>
          <p:cNvSpPr/>
          <p:nvPr/>
        </p:nvSpPr>
        <p:spPr>
          <a:xfrm>
            <a:off x="2170704" y="267521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1340471" y="2565330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10000</a:t>
            </a:r>
          </a:p>
        </p:txBody>
      </p:sp>
      <p:sp>
        <p:nvSpPr>
          <p:cNvPr id="21" name="Box 11"/>
          <p:cNvSpPr/>
          <p:nvPr/>
        </p:nvSpPr>
        <p:spPr>
          <a:xfrm>
            <a:off x="217070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jan</a:t>
            </a:r>
          </a:p>
        </p:txBody>
      </p:sp>
      <p:sp>
        <p:nvSpPr>
          <p:cNvPr id="22" name="Box 12"/>
          <p:cNvSpPr/>
          <p:nvPr/>
        </p:nvSpPr>
        <p:spPr>
          <a:xfrm>
            <a:off x="2854426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feb</a:t>
            </a:r>
          </a:p>
        </p:txBody>
      </p:sp>
      <p:sp>
        <p:nvSpPr>
          <p:cNvPr id="23" name="Box 13"/>
          <p:cNvSpPr/>
          <p:nvPr/>
        </p:nvSpPr>
        <p:spPr>
          <a:xfrm>
            <a:off x="3538148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mar</a:t>
            </a:r>
          </a:p>
        </p:txBody>
      </p:sp>
      <p:sp>
        <p:nvSpPr>
          <p:cNvPr id="24" name="Box 14"/>
          <p:cNvSpPr/>
          <p:nvPr/>
        </p:nvSpPr>
        <p:spPr>
          <a:xfrm>
            <a:off x="4221870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apr</a:t>
            </a:r>
          </a:p>
        </p:txBody>
      </p:sp>
      <p:sp>
        <p:nvSpPr>
          <p:cNvPr id="25" name="Box 15"/>
          <p:cNvSpPr/>
          <p:nvPr/>
        </p:nvSpPr>
        <p:spPr>
          <a:xfrm>
            <a:off x="490559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may</a:t>
            </a:r>
          </a:p>
        </p:txBody>
      </p:sp>
      <p:sp>
        <p:nvSpPr>
          <p:cNvPr id="26" name="Box 16"/>
          <p:cNvSpPr/>
          <p:nvPr/>
        </p:nvSpPr>
        <p:spPr>
          <a:xfrm>
            <a:off x="5589313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jun</a:t>
            </a:r>
          </a:p>
        </p:txBody>
      </p:sp>
      <p:sp>
        <p:nvSpPr>
          <p:cNvPr id="27" name="Box 17"/>
          <p:cNvSpPr/>
          <p:nvPr/>
        </p:nvSpPr>
        <p:spPr>
          <a:xfrm>
            <a:off x="6273035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jul</a:t>
            </a:r>
          </a:p>
        </p:txBody>
      </p:sp>
      <p:sp>
        <p:nvSpPr>
          <p:cNvPr id="28" name="Box 18"/>
          <p:cNvSpPr/>
          <p:nvPr/>
        </p:nvSpPr>
        <p:spPr>
          <a:xfrm>
            <a:off x="6956757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aug</a:t>
            </a:r>
          </a:p>
        </p:txBody>
      </p:sp>
      <p:sp>
        <p:nvSpPr>
          <p:cNvPr id="29" name="Box 19"/>
          <p:cNvSpPr/>
          <p:nvPr/>
        </p:nvSpPr>
        <p:spPr>
          <a:xfrm>
            <a:off x="7640479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sep</a:t>
            </a:r>
          </a:p>
        </p:txBody>
      </p:sp>
      <p:sp>
        <p:nvSpPr>
          <p:cNvPr id="30" name="Box 20"/>
          <p:cNvSpPr/>
          <p:nvPr/>
        </p:nvSpPr>
        <p:spPr>
          <a:xfrm>
            <a:off x="832420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oct</a:t>
            </a:r>
          </a:p>
        </p:txBody>
      </p:sp>
      <p:sp>
        <p:nvSpPr>
          <p:cNvPr id="31" name="Box 21"/>
          <p:cNvSpPr/>
          <p:nvPr/>
        </p:nvSpPr>
        <p:spPr>
          <a:xfrm>
            <a:off x="9007922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nov</a:t>
            </a:r>
          </a:p>
        </p:txBody>
      </p:sp>
      <p:sp>
        <p:nvSpPr>
          <p:cNvPr id="32" name="Box 22"/>
          <p:cNvSpPr/>
          <p:nvPr/>
        </p:nvSpPr>
        <p:spPr>
          <a:xfrm>
            <a:off x="969164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dec</a:t>
            </a:r>
          </a:p>
        </p:txBody>
      </p:sp>
      <p:sp>
        <p:nvSpPr>
          <p:cNvPr id="33" name="Box 23"/>
          <p:cNvSpPr/>
          <p:nvPr/>
        </p:nvSpPr>
        <p:spPr>
          <a:xfrm>
            <a:off x="2273262" y="5291497"/>
            <a:ext cx="478605" cy="5232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2956984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3640706" y="3983355"/>
            <a:ext cx="478605" cy="1831398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324428" y="3617075"/>
            <a:ext cx="478605" cy="219767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5008150" y="2936841"/>
            <a:ext cx="478605" cy="287791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8" name="Box 28"/>
          <p:cNvSpPr/>
          <p:nvPr/>
        </p:nvSpPr>
        <p:spPr>
          <a:xfrm>
            <a:off x="5691872" y="2413585"/>
            <a:ext cx="478605" cy="340116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6375593" y="2151957"/>
            <a:ext cx="478605" cy="36627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7059315" y="2570562"/>
            <a:ext cx="478605" cy="324419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1" name="Box 31"/>
          <p:cNvSpPr/>
          <p:nvPr/>
        </p:nvSpPr>
        <p:spPr>
          <a:xfrm>
            <a:off x="7743037" y="3093819"/>
            <a:ext cx="478605" cy="2720933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2" name="Box 32"/>
          <p:cNvSpPr/>
          <p:nvPr/>
        </p:nvSpPr>
        <p:spPr>
          <a:xfrm>
            <a:off x="8426759" y="3460099"/>
            <a:ext cx="478605" cy="235465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3" name="Box 33"/>
          <p:cNvSpPr/>
          <p:nvPr/>
        </p:nvSpPr>
        <p:spPr>
          <a:xfrm>
            <a:off x="9110481" y="4244983"/>
            <a:ext cx="478605" cy="1569770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4" name="Box 34"/>
          <p:cNvSpPr/>
          <p:nvPr/>
        </p:nvSpPr>
        <p:spPr>
          <a:xfrm>
            <a:off x="9794202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5" name="Shape 35"/>
          <p:cNvSpPr/>
          <p:nvPr/>
        </p:nvSpPr>
        <p:spPr>
          <a:xfrm>
            <a:off x="2512565" y="2151957"/>
            <a:ext cx="7520940" cy="3139539"/>
          </a:xfrm>
          <a:custGeom>
            <a:avLst/>
            <a:gdLst/>
            <a:ahLst/>
            <a:cxnLst/>
            <a:rect l="0" t="0" r="0" b="0"/>
            <a:pathLst>
              <a:path w="5867400" h="2449286" fill="none">
                <a:moveTo>
                  <a:pt x="0" y="2449286"/>
                </a:moveTo>
                <a:lnTo>
                  <a:pt x="533400" y="2041071"/>
                </a:lnTo>
                <a:lnTo>
                  <a:pt x="1066800" y="1428750"/>
                </a:lnTo>
                <a:lnTo>
                  <a:pt x="1600200" y="1143000"/>
                </a:lnTo>
                <a:lnTo>
                  <a:pt x="2133600" y="612321"/>
                </a:lnTo>
                <a:lnTo>
                  <a:pt x="2667000" y="204107"/>
                </a:lnTo>
                <a:lnTo>
                  <a:pt x="3200400" y="0"/>
                </a:lnTo>
                <a:lnTo>
                  <a:pt x="3733800" y="326571"/>
                </a:lnTo>
                <a:lnTo>
                  <a:pt x="4267200" y="734786"/>
                </a:lnTo>
                <a:lnTo>
                  <a:pt x="4800600" y="1020536"/>
                </a:lnTo>
                <a:lnTo>
                  <a:pt x="5334000" y="1632857"/>
                </a:lnTo>
                <a:lnTo>
                  <a:pt x="5867400" y="2041071"/>
                </a:lnTo>
              </a:path>
            </a:pathLst>
          </a:custGeom>
          <a:noFill/>
          <a:ln w="36628">
            <a:solidFill>
              <a:srgbClr val="ED7D31"/>
            </a:solidFill>
          </a:ln>
        </p:spPr>
      </p:sp>
      <p:sp>
        <p:nvSpPr>
          <p:cNvPr id="46" name="Box 36"/>
          <p:cNvSpPr/>
          <p:nvPr/>
        </p:nvSpPr>
        <p:spPr>
          <a:xfrm>
            <a:off x="2475937" y="525486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7" name="Box 37"/>
          <p:cNvSpPr/>
          <p:nvPr/>
        </p:nvSpPr>
        <p:spPr>
          <a:xfrm>
            <a:off x="3159659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8" name="Box 38"/>
          <p:cNvSpPr/>
          <p:nvPr/>
        </p:nvSpPr>
        <p:spPr>
          <a:xfrm>
            <a:off x="3843381" y="394672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9" name="Box 39"/>
          <p:cNvSpPr/>
          <p:nvPr/>
        </p:nvSpPr>
        <p:spPr>
          <a:xfrm>
            <a:off x="4527103" y="3580448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0" name="Box 40"/>
          <p:cNvSpPr/>
          <p:nvPr/>
        </p:nvSpPr>
        <p:spPr>
          <a:xfrm>
            <a:off x="5210824" y="290021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94546" y="237695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2" name="Box 42"/>
          <p:cNvSpPr/>
          <p:nvPr/>
        </p:nvSpPr>
        <p:spPr>
          <a:xfrm>
            <a:off x="6578268" y="211532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3" name="Box 43"/>
          <p:cNvSpPr/>
          <p:nvPr/>
        </p:nvSpPr>
        <p:spPr>
          <a:xfrm>
            <a:off x="7261990" y="253393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4" name="Box 44"/>
          <p:cNvSpPr/>
          <p:nvPr/>
        </p:nvSpPr>
        <p:spPr>
          <a:xfrm>
            <a:off x="7945712" y="305719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5" name="Box 45"/>
          <p:cNvSpPr/>
          <p:nvPr/>
        </p:nvSpPr>
        <p:spPr>
          <a:xfrm>
            <a:off x="8629434" y="342347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6" name="Box 46"/>
          <p:cNvSpPr/>
          <p:nvPr/>
        </p:nvSpPr>
        <p:spPr>
          <a:xfrm>
            <a:off x="9313155" y="4208355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9996877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8" name="Shape 48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36628">
            <a:solidFill>
              <a:srgbClr val="595959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xychart.md</dc:title>
  <dc:creator>md2nativedocx</dc:creator>
  <cp:lastModifiedBy>md2nativedocx</cp:lastModifiedBy>
  <dcterms:created xsi:type="dcterms:W3CDTF">2026-10-05T12:06:36Z</dcterms:created>
  <dcterms:modified xsi:type="dcterms:W3CDTF">2026-10-05T12:06:36Z</dcterms:modified>
</cp:coreProperties>
</file>