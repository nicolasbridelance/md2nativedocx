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xychart</a:t>
            </a:r>
          </a:p>
        </p:txBody>
      </p:sp>
      <p:sp>
        <p:nvSpPr>
          <p:cNvPr id="11" name="Box 1"/>
          <p:cNvSpPr/>
          <p:nvPr/>
        </p:nvSpPr>
        <p:spPr>
          <a:xfrm>
            <a:off x="1279424" y="1175212"/>
            <a:ext cx="9633152" cy="4395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66" dirty="0">
                <a:solidFill>
                  <a:srgbClr val="000000"/>
                </a:solidFill>
              </a:rPr>
              <a:t>Sales Revenue</a:t>
            </a:r>
          </a:p>
        </p:txBody>
      </p:sp>
      <p:sp>
        <p:nvSpPr>
          <p:cNvPr id="12" name="Box 2"/>
          <p:cNvSpPr/>
          <p:nvPr/>
        </p:nvSpPr>
        <p:spPr>
          <a:xfrm>
            <a:off x="2170704" y="1614747"/>
            <a:ext cx="8204662" cy="268605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282" dirty="0">
                <a:solidFill>
                  <a:srgbClr val="000000"/>
                </a:solidFill>
              </a:rPr>
              <a:t>Revenue (in $)</a:t>
            </a:r>
          </a:p>
        </p:txBody>
      </p:sp>
      <p:sp>
        <p:nvSpPr>
          <p:cNvPr id="13" name="Shape 3"/>
          <p:cNvSpPr/>
          <p:nvPr/>
        </p:nvSpPr>
        <p:spPr>
          <a:xfrm>
            <a:off x="2170704" y="5814753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12209">
            <a:solidFill>
              <a:srgbClr val="D9D9D9"/>
            </a:solidFill>
          </a:ln>
        </p:spPr>
      </p:sp>
      <p:sp>
        <p:nvSpPr>
          <p:cNvPr id="14" name="Box 4"/>
          <p:cNvSpPr/>
          <p:nvPr/>
        </p:nvSpPr>
        <p:spPr>
          <a:xfrm>
            <a:off x="1340471" y="5704869"/>
            <a:ext cx="732559" cy="219768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4000</a:t>
            </a:r>
          </a:p>
        </p:txBody>
      </p:sp>
      <p:sp>
        <p:nvSpPr>
          <p:cNvPr id="15" name="Shape 5"/>
          <p:cNvSpPr/>
          <p:nvPr/>
        </p:nvSpPr>
        <p:spPr>
          <a:xfrm>
            <a:off x="2170704" y="4768239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12209">
            <a:solidFill>
              <a:srgbClr val="D9D9D9"/>
            </a:solidFill>
          </a:ln>
        </p:spPr>
      </p:sp>
      <p:sp>
        <p:nvSpPr>
          <p:cNvPr id="16" name="Box 6"/>
          <p:cNvSpPr/>
          <p:nvPr/>
        </p:nvSpPr>
        <p:spPr>
          <a:xfrm>
            <a:off x="1340471" y="4658355"/>
            <a:ext cx="732559" cy="219768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6000</a:t>
            </a:r>
          </a:p>
        </p:txBody>
      </p:sp>
      <p:sp>
        <p:nvSpPr>
          <p:cNvPr id="17" name="Shape 7"/>
          <p:cNvSpPr/>
          <p:nvPr/>
        </p:nvSpPr>
        <p:spPr>
          <a:xfrm>
            <a:off x="2170704" y="3721727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12209">
            <a:solidFill>
              <a:srgbClr val="D9D9D9"/>
            </a:solidFill>
          </a:ln>
        </p:spPr>
      </p:sp>
      <p:sp>
        <p:nvSpPr>
          <p:cNvPr id="18" name="Box 8"/>
          <p:cNvSpPr/>
          <p:nvPr/>
        </p:nvSpPr>
        <p:spPr>
          <a:xfrm>
            <a:off x="1340471" y="3611843"/>
            <a:ext cx="732559" cy="219768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8000</a:t>
            </a:r>
          </a:p>
        </p:txBody>
      </p:sp>
      <p:sp>
        <p:nvSpPr>
          <p:cNvPr id="19" name="Shape 9"/>
          <p:cNvSpPr/>
          <p:nvPr/>
        </p:nvSpPr>
        <p:spPr>
          <a:xfrm>
            <a:off x="2170704" y="2675213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12209">
            <a:solidFill>
              <a:srgbClr val="D9D9D9"/>
            </a:solidFill>
          </a:ln>
        </p:spPr>
      </p:sp>
      <p:sp>
        <p:nvSpPr>
          <p:cNvPr id="20" name="Box 10"/>
          <p:cNvSpPr/>
          <p:nvPr/>
        </p:nvSpPr>
        <p:spPr>
          <a:xfrm>
            <a:off x="1340471" y="2565330"/>
            <a:ext cx="732559" cy="219768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10000</a:t>
            </a:r>
          </a:p>
        </p:txBody>
      </p:sp>
      <p:sp>
        <p:nvSpPr>
          <p:cNvPr id="21" name="Box 11"/>
          <p:cNvSpPr/>
          <p:nvPr/>
        </p:nvSpPr>
        <p:spPr>
          <a:xfrm>
            <a:off x="2170704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jan</a:t>
            </a:r>
          </a:p>
        </p:txBody>
      </p:sp>
      <p:sp>
        <p:nvSpPr>
          <p:cNvPr id="22" name="Box 12"/>
          <p:cNvSpPr/>
          <p:nvPr/>
        </p:nvSpPr>
        <p:spPr>
          <a:xfrm>
            <a:off x="2854426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feb</a:t>
            </a:r>
          </a:p>
        </p:txBody>
      </p:sp>
      <p:sp>
        <p:nvSpPr>
          <p:cNvPr id="23" name="Box 13"/>
          <p:cNvSpPr/>
          <p:nvPr/>
        </p:nvSpPr>
        <p:spPr>
          <a:xfrm>
            <a:off x="3538148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mar</a:t>
            </a:r>
          </a:p>
        </p:txBody>
      </p:sp>
      <p:sp>
        <p:nvSpPr>
          <p:cNvPr id="24" name="Box 14"/>
          <p:cNvSpPr/>
          <p:nvPr/>
        </p:nvSpPr>
        <p:spPr>
          <a:xfrm>
            <a:off x="4221870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apr</a:t>
            </a:r>
          </a:p>
        </p:txBody>
      </p:sp>
      <p:sp>
        <p:nvSpPr>
          <p:cNvPr id="25" name="Box 15"/>
          <p:cNvSpPr/>
          <p:nvPr/>
        </p:nvSpPr>
        <p:spPr>
          <a:xfrm>
            <a:off x="4905591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may</a:t>
            </a:r>
          </a:p>
        </p:txBody>
      </p:sp>
      <p:sp>
        <p:nvSpPr>
          <p:cNvPr id="26" name="Box 16"/>
          <p:cNvSpPr/>
          <p:nvPr/>
        </p:nvSpPr>
        <p:spPr>
          <a:xfrm>
            <a:off x="5589313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jun</a:t>
            </a:r>
          </a:p>
        </p:txBody>
      </p:sp>
      <p:sp>
        <p:nvSpPr>
          <p:cNvPr id="27" name="Box 17"/>
          <p:cNvSpPr/>
          <p:nvPr/>
        </p:nvSpPr>
        <p:spPr>
          <a:xfrm>
            <a:off x="6273035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jul</a:t>
            </a:r>
          </a:p>
        </p:txBody>
      </p:sp>
      <p:sp>
        <p:nvSpPr>
          <p:cNvPr id="28" name="Box 18"/>
          <p:cNvSpPr/>
          <p:nvPr/>
        </p:nvSpPr>
        <p:spPr>
          <a:xfrm>
            <a:off x="6956757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aug</a:t>
            </a:r>
          </a:p>
        </p:txBody>
      </p:sp>
      <p:sp>
        <p:nvSpPr>
          <p:cNvPr id="29" name="Box 19"/>
          <p:cNvSpPr/>
          <p:nvPr/>
        </p:nvSpPr>
        <p:spPr>
          <a:xfrm>
            <a:off x="7640479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sep</a:t>
            </a:r>
          </a:p>
        </p:txBody>
      </p:sp>
      <p:sp>
        <p:nvSpPr>
          <p:cNvPr id="30" name="Box 20"/>
          <p:cNvSpPr/>
          <p:nvPr/>
        </p:nvSpPr>
        <p:spPr>
          <a:xfrm>
            <a:off x="8324201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oct</a:t>
            </a:r>
          </a:p>
        </p:txBody>
      </p:sp>
      <p:sp>
        <p:nvSpPr>
          <p:cNvPr id="31" name="Box 21"/>
          <p:cNvSpPr/>
          <p:nvPr/>
        </p:nvSpPr>
        <p:spPr>
          <a:xfrm>
            <a:off x="9007922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nov</a:t>
            </a:r>
          </a:p>
        </p:txBody>
      </p:sp>
      <p:sp>
        <p:nvSpPr>
          <p:cNvPr id="32" name="Box 22"/>
          <p:cNvSpPr/>
          <p:nvPr/>
        </p:nvSpPr>
        <p:spPr>
          <a:xfrm>
            <a:off x="9691644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dec</a:t>
            </a:r>
          </a:p>
        </p:txBody>
      </p:sp>
      <p:sp>
        <p:nvSpPr>
          <p:cNvPr id="33" name="Box 23"/>
          <p:cNvSpPr/>
          <p:nvPr/>
        </p:nvSpPr>
        <p:spPr>
          <a:xfrm>
            <a:off x="2273262" y="5291497"/>
            <a:ext cx="478605" cy="523256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2956984" y="4768239"/>
            <a:ext cx="478605" cy="104651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5" name="Box 25"/>
          <p:cNvSpPr/>
          <p:nvPr/>
        </p:nvSpPr>
        <p:spPr>
          <a:xfrm>
            <a:off x="3640706" y="3983355"/>
            <a:ext cx="478605" cy="1831398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6" name="Box 26"/>
          <p:cNvSpPr/>
          <p:nvPr/>
        </p:nvSpPr>
        <p:spPr>
          <a:xfrm>
            <a:off x="4324428" y="3617075"/>
            <a:ext cx="478605" cy="2197677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7" name="Box 27"/>
          <p:cNvSpPr/>
          <p:nvPr/>
        </p:nvSpPr>
        <p:spPr>
          <a:xfrm>
            <a:off x="5008150" y="2936841"/>
            <a:ext cx="478605" cy="287791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8" name="Box 28"/>
          <p:cNvSpPr/>
          <p:nvPr/>
        </p:nvSpPr>
        <p:spPr>
          <a:xfrm>
            <a:off x="5691872" y="2413585"/>
            <a:ext cx="478605" cy="3401167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9" name="Box 29"/>
          <p:cNvSpPr/>
          <p:nvPr/>
        </p:nvSpPr>
        <p:spPr>
          <a:xfrm>
            <a:off x="6375593" y="2151957"/>
            <a:ext cx="478605" cy="36627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0" name="Box 30"/>
          <p:cNvSpPr/>
          <p:nvPr/>
        </p:nvSpPr>
        <p:spPr>
          <a:xfrm>
            <a:off x="7059315" y="2570562"/>
            <a:ext cx="478605" cy="324419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1" name="Box 31"/>
          <p:cNvSpPr/>
          <p:nvPr/>
        </p:nvSpPr>
        <p:spPr>
          <a:xfrm>
            <a:off x="7743037" y="3093819"/>
            <a:ext cx="478605" cy="2720933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2" name="Box 32"/>
          <p:cNvSpPr/>
          <p:nvPr/>
        </p:nvSpPr>
        <p:spPr>
          <a:xfrm>
            <a:off x="8426759" y="3460099"/>
            <a:ext cx="478605" cy="235465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3" name="Box 33"/>
          <p:cNvSpPr/>
          <p:nvPr/>
        </p:nvSpPr>
        <p:spPr>
          <a:xfrm>
            <a:off x="9110481" y="4244983"/>
            <a:ext cx="478605" cy="156977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4" name="Box 34"/>
          <p:cNvSpPr/>
          <p:nvPr/>
        </p:nvSpPr>
        <p:spPr>
          <a:xfrm>
            <a:off x="9794202" y="4768239"/>
            <a:ext cx="478605" cy="104651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5" name="Shape 35"/>
          <p:cNvSpPr/>
          <p:nvPr/>
        </p:nvSpPr>
        <p:spPr>
          <a:xfrm>
            <a:off x="2512565" y="2151957"/>
            <a:ext cx="7520940" cy="3139539"/>
          </a:xfrm>
          <a:custGeom>
            <a:avLst/>
            <a:gdLst/>
            <a:ahLst/>
            <a:cxnLst/>
            <a:rect l="0" t="0" r="0" b="0"/>
            <a:pathLst>
              <a:path w="5867400" h="2449286" fill="none">
                <a:moveTo>
                  <a:pt x="0" y="2449286"/>
                </a:moveTo>
                <a:lnTo>
                  <a:pt x="533400" y="2041071"/>
                </a:lnTo>
                <a:lnTo>
                  <a:pt x="1066800" y="1428750"/>
                </a:lnTo>
                <a:lnTo>
                  <a:pt x="1600200" y="1143000"/>
                </a:lnTo>
                <a:lnTo>
                  <a:pt x="2133600" y="612321"/>
                </a:lnTo>
                <a:lnTo>
                  <a:pt x="2667000" y="204107"/>
                </a:lnTo>
                <a:lnTo>
                  <a:pt x="3200400" y="0"/>
                </a:lnTo>
                <a:lnTo>
                  <a:pt x="3733800" y="326571"/>
                </a:lnTo>
                <a:lnTo>
                  <a:pt x="4267200" y="734786"/>
                </a:lnTo>
                <a:lnTo>
                  <a:pt x="4800600" y="1020536"/>
                </a:lnTo>
                <a:lnTo>
                  <a:pt x="5334000" y="1632857"/>
                </a:lnTo>
                <a:lnTo>
                  <a:pt x="5867400" y="2041071"/>
                </a:lnTo>
              </a:path>
            </a:pathLst>
          </a:custGeom>
          <a:noFill/>
          <a:ln w="36628">
            <a:solidFill>
              <a:srgbClr val="ED7D31"/>
            </a:solidFill>
          </a:ln>
        </p:spPr>
      </p:sp>
      <p:sp>
        <p:nvSpPr>
          <p:cNvPr id="46" name="Box 36"/>
          <p:cNvSpPr/>
          <p:nvPr/>
        </p:nvSpPr>
        <p:spPr>
          <a:xfrm>
            <a:off x="2475937" y="5254869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7" name="Box 37"/>
          <p:cNvSpPr/>
          <p:nvPr/>
        </p:nvSpPr>
        <p:spPr>
          <a:xfrm>
            <a:off x="3159659" y="4731611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8" name="Box 38"/>
          <p:cNvSpPr/>
          <p:nvPr/>
        </p:nvSpPr>
        <p:spPr>
          <a:xfrm>
            <a:off x="3843381" y="3946727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9" name="Box 39"/>
          <p:cNvSpPr/>
          <p:nvPr/>
        </p:nvSpPr>
        <p:spPr>
          <a:xfrm>
            <a:off x="4527103" y="3580448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0" name="Box 40"/>
          <p:cNvSpPr/>
          <p:nvPr/>
        </p:nvSpPr>
        <p:spPr>
          <a:xfrm>
            <a:off x="5210824" y="2900214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1" name="Box 41"/>
          <p:cNvSpPr/>
          <p:nvPr/>
        </p:nvSpPr>
        <p:spPr>
          <a:xfrm>
            <a:off x="5894546" y="2376957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2" name="Box 42"/>
          <p:cNvSpPr/>
          <p:nvPr/>
        </p:nvSpPr>
        <p:spPr>
          <a:xfrm>
            <a:off x="6578268" y="2115329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3" name="Box 43"/>
          <p:cNvSpPr/>
          <p:nvPr/>
        </p:nvSpPr>
        <p:spPr>
          <a:xfrm>
            <a:off x="7261990" y="2533934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4" name="Box 44"/>
          <p:cNvSpPr/>
          <p:nvPr/>
        </p:nvSpPr>
        <p:spPr>
          <a:xfrm>
            <a:off x="7945712" y="3057191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5" name="Box 45"/>
          <p:cNvSpPr/>
          <p:nvPr/>
        </p:nvSpPr>
        <p:spPr>
          <a:xfrm>
            <a:off x="8629434" y="3423471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6" name="Box 46"/>
          <p:cNvSpPr/>
          <p:nvPr/>
        </p:nvSpPr>
        <p:spPr>
          <a:xfrm>
            <a:off x="9313155" y="4208355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7" name="Box 47"/>
          <p:cNvSpPr/>
          <p:nvPr/>
        </p:nvSpPr>
        <p:spPr>
          <a:xfrm>
            <a:off x="9996877" y="4731611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8" name="Shape 48"/>
          <p:cNvSpPr/>
          <p:nvPr/>
        </p:nvSpPr>
        <p:spPr>
          <a:xfrm>
            <a:off x="2170704" y="5814753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36628">
            <a:solidFill>
              <a:srgbClr val="595959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xychart.md</dc:title>
  <dc:creator>md2nativedocx</dc:creator>
  <cp:lastModifiedBy>md2nativedocx</cp:lastModifiedBy>
  <dcterms:created xsi:type="dcterms:W3CDTF">2026-10-05T11:54:34Z</dcterms:created>
  <dcterms:modified xsi:type="dcterms:W3CDTF">2026-10-05T11:54:34Z</dcterms:modified>
</cp:coreProperties>
</file>