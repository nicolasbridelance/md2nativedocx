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xychart</a:t>
            </a:r>
          </a:p>
        </p:txBody>
      </p:sp>
      <p:sp>
        <p:nvSpPr>
          <p:cNvPr id="11" name="Box 1"/>
          <p:cNvSpPr/>
          <p:nvPr/>
        </p:nvSpPr>
        <p:spPr>
          <a:xfrm>
            <a:off x="457200" y="1860207"/>
            <a:ext cx="7034784" cy="3209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00" dirty="0">
                <a:solidFill>
                  <a:srgbClr val="000000"/>
                </a:solidFill>
              </a:rPr>
              <a:t>Sales Revenue</a:t>
            </a:r>
          </a:p>
        </p:txBody>
      </p:sp>
      <p:sp>
        <p:nvSpPr>
          <p:cNvPr id="12" name="Box 2"/>
          <p:cNvSpPr/>
          <p:nvPr/>
        </p:nvSpPr>
        <p:spPr>
          <a:xfrm>
            <a:off x="1108074" y="2181186"/>
            <a:ext cx="5991603" cy="196154"/>
          </a:xfrm>
          <a:prstGeom prst="rect">
            <a:avLst/>
          </a:prstGeom>
          <a:noFill/>
          <a:ln>
            <a:noFill/>
          </a:ln>
        </p:spPr>
        <p:txBody>
          <a:bodyPr wrap="none" lIns="17832" tIns="0" rIns="17832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000000"/>
                </a:solidFill>
              </a:rPr>
              <a:t>Revenue (in $)</a:t>
            </a:r>
          </a:p>
        </p:txBody>
      </p:sp>
      <p:sp>
        <p:nvSpPr>
          <p:cNvPr id="13" name="Shape 3"/>
          <p:cNvSpPr/>
          <p:nvPr/>
        </p:nvSpPr>
        <p:spPr>
          <a:xfrm>
            <a:off x="1108074" y="5248316"/>
            <a:ext cx="5991603" cy="1"/>
          </a:xfrm>
          <a:custGeom>
            <a:avLst/>
            <a:gdLst/>
            <a:ahLst/>
            <a:cxnLst/>
            <a:rect l="0" t="0" r="0" b="0"/>
            <a:pathLst>
              <a:path w="5991603" h="1" fill="none">
                <a:moveTo>
                  <a:pt x="0" y="0"/>
                </a:moveTo>
                <a:lnTo>
                  <a:pt x="5991603" y="0"/>
                </a:lnTo>
              </a:path>
            </a:pathLst>
          </a:custGeom>
          <a:noFill/>
          <a:ln w="8916">
            <a:solidFill>
              <a:srgbClr val="D9D9D9"/>
            </a:solidFill>
          </a:ln>
        </p:spPr>
      </p:sp>
      <p:sp>
        <p:nvSpPr>
          <p:cNvPr id="14" name="Box 4"/>
          <p:cNvSpPr/>
          <p:nvPr/>
        </p:nvSpPr>
        <p:spPr>
          <a:xfrm>
            <a:off x="501780" y="5168071"/>
            <a:ext cx="534965" cy="160489"/>
          </a:xfrm>
          <a:prstGeom prst="rect">
            <a:avLst/>
          </a:prstGeom>
          <a:noFill/>
          <a:ln>
            <a:noFill/>
          </a:ln>
        </p:spPr>
        <p:txBody>
          <a:bodyPr wrap="none" lIns="17832" tIns="0" rIns="17832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4000</a:t>
            </a:r>
          </a:p>
        </p:txBody>
      </p:sp>
      <p:sp>
        <p:nvSpPr>
          <p:cNvPr id="15" name="Shape 5"/>
          <p:cNvSpPr/>
          <p:nvPr/>
        </p:nvSpPr>
        <p:spPr>
          <a:xfrm>
            <a:off x="1108074" y="4484081"/>
            <a:ext cx="5991603" cy="1"/>
          </a:xfrm>
          <a:custGeom>
            <a:avLst/>
            <a:gdLst/>
            <a:ahLst/>
            <a:cxnLst/>
            <a:rect l="0" t="0" r="0" b="0"/>
            <a:pathLst>
              <a:path w="5991603" h="1" fill="none">
                <a:moveTo>
                  <a:pt x="0" y="0"/>
                </a:moveTo>
                <a:lnTo>
                  <a:pt x="5991603" y="0"/>
                </a:lnTo>
              </a:path>
            </a:pathLst>
          </a:custGeom>
          <a:noFill/>
          <a:ln w="8916">
            <a:solidFill>
              <a:srgbClr val="D9D9D9"/>
            </a:solidFill>
          </a:ln>
        </p:spPr>
      </p:sp>
      <p:sp>
        <p:nvSpPr>
          <p:cNvPr id="16" name="Box 6"/>
          <p:cNvSpPr/>
          <p:nvPr/>
        </p:nvSpPr>
        <p:spPr>
          <a:xfrm>
            <a:off x="501780" y="4403836"/>
            <a:ext cx="534965" cy="160489"/>
          </a:xfrm>
          <a:prstGeom prst="rect">
            <a:avLst/>
          </a:prstGeom>
          <a:noFill/>
          <a:ln>
            <a:noFill/>
          </a:ln>
        </p:spPr>
        <p:txBody>
          <a:bodyPr wrap="none" lIns="17832" tIns="0" rIns="17832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6000</a:t>
            </a:r>
          </a:p>
        </p:txBody>
      </p:sp>
      <p:sp>
        <p:nvSpPr>
          <p:cNvPr id="17" name="Shape 7"/>
          <p:cNvSpPr/>
          <p:nvPr/>
        </p:nvSpPr>
        <p:spPr>
          <a:xfrm>
            <a:off x="1108074" y="3719846"/>
            <a:ext cx="5991603" cy="1"/>
          </a:xfrm>
          <a:custGeom>
            <a:avLst/>
            <a:gdLst/>
            <a:ahLst/>
            <a:cxnLst/>
            <a:rect l="0" t="0" r="0" b="0"/>
            <a:pathLst>
              <a:path w="5991603" h="1" fill="none">
                <a:moveTo>
                  <a:pt x="0" y="0"/>
                </a:moveTo>
                <a:lnTo>
                  <a:pt x="5991603" y="0"/>
                </a:lnTo>
              </a:path>
            </a:pathLst>
          </a:custGeom>
          <a:noFill/>
          <a:ln w="8916">
            <a:solidFill>
              <a:srgbClr val="D9D9D9"/>
            </a:solidFill>
          </a:ln>
        </p:spPr>
      </p:sp>
      <p:sp>
        <p:nvSpPr>
          <p:cNvPr id="18" name="Box 8"/>
          <p:cNvSpPr/>
          <p:nvPr/>
        </p:nvSpPr>
        <p:spPr>
          <a:xfrm>
            <a:off x="501780" y="3639601"/>
            <a:ext cx="534965" cy="160489"/>
          </a:xfrm>
          <a:prstGeom prst="rect">
            <a:avLst/>
          </a:prstGeom>
          <a:noFill/>
          <a:ln>
            <a:noFill/>
          </a:ln>
        </p:spPr>
        <p:txBody>
          <a:bodyPr wrap="none" lIns="17832" tIns="0" rIns="17832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8000</a:t>
            </a:r>
          </a:p>
        </p:txBody>
      </p:sp>
      <p:sp>
        <p:nvSpPr>
          <p:cNvPr id="19" name="Shape 9"/>
          <p:cNvSpPr/>
          <p:nvPr/>
        </p:nvSpPr>
        <p:spPr>
          <a:xfrm>
            <a:off x="1108074" y="2955611"/>
            <a:ext cx="5991603" cy="1"/>
          </a:xfrm>
          <a:custGeom>
            <a:avLst/>
            <a:gdLst/>
            <a:ahLst/>
            <a:cxnLst/>
            <a:rect l="0" t="0" r="0" b="0"/>
            <a:pathLst>
              <a:path w="5991603" h="1" fill="none">
                <a:moveTo>
                  <a:pt x="0" y="0"/>
                </a:moveTo>
                <a:lnTo>
                  <a:pt x="5991603" y="0"/>
                </a:lnTo>
              </a:path>
            </a:pathLst>
          </a:custGeom>
          <a:noFill/>
          <a:ln w="8916">
            <a:solidFill>
              <a:srgbClr val="D9D9D9"/>
            </a:solidFill>
          </a:ln>
        </p:spPr>
      </p:sp>
      <p:sp>
        <p:nvSpPr>
          <p:cNvPr id="20" name="Box 10"/>
          <p:cNvSpPr/>
          <p:nvPr/>
        </p:nvSpPr>
        <p:spPr>
          <a:xfrm>
            <a:off x="501780" y="2875366"/>
            <a:ext cx="534965" cy="160489"/>
          </a:xfrm>
          <a:prstGeom prst="rect">
            <a:avLst/>
          </a:prstGeom>
          <a:noFill/>
          <a:ln>
            <a:noFill/>
          </a:ln>
        </p:spPr>
        <p:txBody>
          <a:bodyPr wrap="none" lIns="17832" tIns="0" rIns="17832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10000</a:t>
            </a:r>
          </a:p>
        </p:txBody>
      </p:sp>
      <p:sp>
        <p:nvSpPr>
          <p:cNvPr id="21" name="Box 11"/>
          <p:cNvSpPr/>
          <p:nvPr/>
        </p:nvSpPr>
        <p:spPr>
          <a:xfrm>
            <a:off x="1108074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jan</a:t>
            </a:r>
          </a:p>
        </p:txBody>
      </p:sp>
      <p:sp>
        <p:nvSpPr>
          <p:cNvPr id="22" name="Box 12"/>
          <p:cNvSpPr/>
          <p:nvPr/>
        </p:nvSpPr>
        <p:spPr>
          <a:xfrm>
            <a:off x="1607374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feb</a:t>
            </a:r>
          </a:p>
        </p:txBody>
      </p:sp>
      <p:sp>
        <p:nvSpPr>
          <p:cNvPr id="23" name="Box 13"/>
          <p:cNvSpPr/>
          <p:nvPr/>
        </p:nvSpPr>
        <p:spPr>
          <a:xfrm>
            <a:off x="2106674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mar</a:t>
            </a:r>
          </a:p>
        </p:txBody>
      </p:sp>
      <p:sp>
        <p:nvSpPr>
          <p:cNvPr id="24" name="Box 14"/>
          <p:cNvSpPr/>
          <p:nvPr/>
        </p:nvSpPr>
        <p:spPr>
          <a:xfrm>
            <a:off x="2605974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apr</a:t>
            </a:r>
          </a:p>
        </p:txBody>
      </p:sp>
      <p:sp>
        <p:nvSpPr>
          <p:cNvPr id="25" name="Box 15"/>
          <p:cNvSpPr/>
          <p:nvPr/>
        </p:nvSpPr>
        <p:spPr>
          <a:xfrm>
            <a:off x="3105275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may</a:t>
            </a:r>
          </a:p>
        </p:txBody>
      </p:sp>
      <p:sp>
        <p:nvSpPr>
          <p:cNvPr id="26" name="Box 16"/>
          <p:cNvSpPr/>
          <p:nvPr/>
        </p:nvSpPr>
        <p:spPr>
          <a:xfrm>
            <a:off x="3604575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jun</a:t>
            </a:r>
          </a:p>
        </p:txBody>
      </p:sp>
      <p:sp>
        <p:nvSpPr>
          <p:cNvPr id="27" name="Box 17"/>
          <p:cNvSpPr/>
          <p:nvPr/>
        </p:nvSpPr>
        <p:spPr>
          <a:xfrm>
            <a:off x="4103875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jul</a:t>
            </a:r>
          </a:p>
        </p:txBody>
      </p:sp>
      <p:sp>
        <p:nvSpPr>
          <p:cNvPr id="28" name="Box 18"/>
          <p:cNvSpPr/>
          <p:nvPr/>
        </p:nvSpPr>
        <p:spPr>
          <a:xfrm>
            <a:off x="4603175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aug</a:t>
            </a:r>
          </a:p>
        </p:txBody>
      </p:sp>
      <p:sp>
        <p:nvSpPr>
          <p:cNvPr id="29" name="Box 19"/>
          <p:cNvSpPr/>
          <p:nvPr/>
        </p:nvSpPr>
        <p:spPr>
          <a:xfrm>
            <a:off x="5102476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sep</a:t>
            </a:r>
          </a:p>
        </p:txBody>
      </p:sp>
      <p:sp>
        <p:nvSpPr>
          <p:cNvPr id="30" name="Box 20"/>
          <p:cNvSpPr/>
          <p:nvPr/>
        </p:nvSpPr>
        <p:spPr>
          <a:xfrm>
            <a:off x="5601776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oct</a:t>
            </a:r>
          </a:p>
        </p:txBody>
      </p:sp>
      <p:sp>
        <p:nvSpPr>
          <p:cNvPr id="31" name="Box 21"/>
          <p:cNvSpPr/>
          <p:nvPr/>
        </p:nvSpPr>
        <p:spPr>
          <a:xfrm>
            <a:off x="6101076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nov</a:t>
            </a:r>
          </a:p>
        </p:txBody>
      </p:sp>
      <p:sp>
        <p:nvSpPr>
          <p:cNvPr id="32" name="Box 22"/>
          <p:cNvSpPr/>
          <p:nvPr/>
        </p:nvSpPr>
        <p:spPr>
          <a:xfrm>
            <a:off x="6600376" y="5283980"/>
            <a:ext cx="499300" cy="160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dec</a:t>
            </a:r>
          </a:p>
        </p:txBody>
      </p:sp>
      <p:sp>
        <p:nvSpPr>
          <p:cNvPr id="33" name="Box 23"/>
          <p:cNvSpPr/>
          <p:nvPr/>
        </p:nvSpPr>
        <p:spPr>
          <a:xfrm>
            <a:off x="1182969" y="4866198"/>
            <a:ext cx="349510" cy="382118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1682269" y="4484081"/>
            <a:ext cx="349510" cy="76423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2181569" y="3910904"/>
            <a:ext cx="349510" cy="133741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2680869" y="3643422"/>
            <a:ext cx="349510" cy="160489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7" name="Box 27"/>
          <p:cNvSpPr/>
          <p:nvPr/>
        </p:nvSpPr>
        <p:spPr>
          <a:xfrm>
            <a:off x="3180170" y="3146669"/>
            <a:ext cx="349510" cy="210164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8" name="Box 28"/>
          <p:cNvSpPr/>
          <p:nvPr/>
        </p:nvSpPr>
        <p:spPr>
          <a:xfrm>
            <a:off x="3679470" y="2764552"/>
            <a:ext cx="349510" cy="248376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4178770" y="2573493"/>
            <a:ext cx="349510" cy="2674823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0" name="Box 30"/>
          <p:cNvSpPr/>
          <p:nvPr/>
        </p:nvSpPr>
        <p:spPr>
          <a:xfrm>
            <a:off x="4678070" y="2879187"/>
            <a:ext cx="349510" cy="2369129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1" name="Box 31"/>
          <p:cNvSpPr/>
          <p:nvPr/>
        </p:nvSpPr>
        <p:spPr>
          <a:xfrm>
            <a:off x="5177371" y="3261305"/>
            <a:ext cx="349510" cy="198701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2" name="Box 32"/>
          <p:cNvSpPr/>
          <p:nvPr/>
        </p:nvSpPr>
        <p:spPr>
          <a:xfrm>
            <a:off x="5676671" y="3528787"/>
            <a:ext cx="349510" cy="1719529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3" name="Box 33"/>
          <p:cNvSpPr/>
          <p:nvPr/>
        </p:nvSpPr>
        <p:spPr>
          <a:xfrm>
            <a:off x="6175971" y="4101963"/>
            <a:ext cx="349510" cy="1146353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4" name="Box 34"/>
          <p:cNvSpPr/>
          <p:nvPr/>
        </p:nvSpPr>
        <p:spPr>
          <a:xfrm>
            <a:off x="6675271" y="4484081"/>
            <a:ext cx="349510" cy="76423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5" name="Shape 35"/>
          <p:cNvSpPr/>
          <p:nvPr/>
        </p:nvSpPr>
        <p:spPr>
          <a:xfrm>
            <a:off x="1357724" y="2573493"/>
            <a:ext cx="5492303" cy="2292705"/>
          </a:xfrm>
          <a:custGeom>
            <a:avLst/>
            <a:gdLst/>
            <a:ahLst/>
            <a:cxnLst/>
            <a:rect l="0" t="0" r="0" b="0"/>
            <a:pathLst>
              <a:path w="5492303" h="2292705" fill="none">
                <a:moveTo>
                  <a:pt x="0" y="2292705"/>
                </a:moveTo>
                <a:lnTo>
                  <a:pt x="499300" y="1910588"/>
                </a:lnTo>
                <a:lnTo>
                  <a:pt x="998600" y="1337411"/>
                </a:lnTo>
                <a:lnTo>
                  <a:pt x="1497900" y="1069929"/>
                </a:lnTo>
                <a:lnTo>
                  <a:pt x="1997201" y="573176"/>
                </a:lnTo>
                <a:lnTo>
                  <a:pt x="2496501" y="191059"/>
                </a:lnTo>
                <a:lnTo>
                  <a:pt x="2995801" y="0"/>
                </a:lnTo>
                <a:lnTo>
                  <a:pt x="3495101" y="305694"/>
                </a:lnTo>
                <a:lnTo>
                  <a:pt x="3994402" y="687812"/>
                </a:lnTo>
                <a:lnTo>
                  <a:pt x="4493702" y="955294"/>
                </a:lnTo>
                <a:lnTo>
                  <a:pt x="4993002" y="1528470"/>
                </a:lnTo>
                <a:lnTo>
                  <a:pt x="5492303" y="1910588"/>
                </a:lnTo>
              </a:path>
            </a:pathLst>
          </a:custGeom>
          <a:noFill/>
          <a:ln w="26748">
            <a:solidFill>
              <a:srgbClr val="ED7D31"/>
            </a:solidFill>
          </a:ln>
        </p:spPr>
      </p:sp>
      <p:sp>
        <p:nvSpPr>
          <p:cNvPr id="46" name="Box 36"/>
          <p:cNvSpPr/>
          <p:nvPr/>
        </p:nvSpPr>
        <p:spPr>
          <a:xfrm>
            <a:off x="1330975" y="4839450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7" name="Box 37"/>
          <p:cNvSpPr/>
          <p:nvPr/>
        </p:nvSpPr>
        <p:spPr>
          <a:xfrm>
            <a:off x="1830276" y="4457332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8" name="Box 38"/>
          <p:cNvSpPr/>
          <p:nvPr/>
        </p:nvSpPr>
        <p:spPr>
          <a:xfrm>
            <a:off x="2329576" y="3884156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9" name="Box 39"/>
          <p:cNvSpPr/>
          <p:nvPr/>
        </p:nvSpPr>
        <p:spPr>
          <a:xfrm>
            <a:off x="2828876" y="3616674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0" name="Box 40"/>
          <p:cNvSpPr/>
          <p:nvPr/>
        </p:nvSpPr>
        <p:spPr>
          <a:xfrm>
            <a:off x="3328176" y="3119921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3827477" y="2737804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2" name="Box 42"/>
          <p:cNvSpPr/>
          <p:nvPr/>
        </p:nvSpPr>
        <p:spPr>
          <a:xfrm>
            <a:off x="4326777" y="2546745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3" name="Box 43"/>
          <p:cNvSpPr/>
          <p:nvPr/>
        </p:nvSpPr>
        <p:spPr>
          <a:xfrm>
            <a:off x="4826077" y="2852439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4" name="Box 44"/>
          <p:cNvSpPr/>
          <p:nvPr/>
        </p:nvSpPr>
        <p:spPr>
          <a:xfrm>
            <a:off x="5325378" y="3234556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5" name="Box 45"/>
          <p:cNvSpPr/>
          <p:nvPr/>
        </p:nvSpPr>
        <p:spPr>
          <a:xfrm>
            <a:off x="5824678" y="3502039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6" name="Box 46"/>
          <p:cNvSpPr/>
          <p:nvPr/>
        </p:nvSpPr>
        <p:spPr>
          <a:xfrm>
            <a:off x="6323978" y="4075215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6823278" y="4457332"/>
            <a:ext cx="53496" cy="5349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8" name="Shape 48"/>
          <p:cNvSpPr/>
          <p:nvPr/>
        </p:nvSpPr>
        <p:spPr>
          <a:xfrm>
            <a:off x="1108074" y="5248316"/>
            <a:ext cx="5991603" cy="1"/>
          </a:xfrm>
          <a:custGeom>
            <a:avLst/>
            <a:gdLst/>
            <a:ahLst/>
            <a:cxnLst/>
            <a:rect l="0" t="0" r="0" b="0"/>
            <a:pathLst>
              <a:path w="5991603" h="1" fill="none">
                <a:moveTo>
                  <a:pt x="0" y="0"/>
                </a:moveTo>
                <a:lnTo>
                  <a:pt x="5991603" y="0"/>
                </a:lnTo>
              </a:path>
            </a:pathLst>
          </a:custGeom>
          <a:noFill/>
          <a:ln w="26748">
            <a:solidFill>
              <a:srgbClr val="595959"/>
            </a:solidFill>
          </a:ln>
        </p:spPr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xychart-beta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title "Sales Revenue"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x-axis [jan, feb, mar, apr, may, jun, jul, aug, sep, oct, nov, dec]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y-axis "Revenue (in $)" 4000 --&gt; 11000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bar [5000, 6000, 7500, 8200, 9500, 10500, 11000, 10200, 9200, 8500, 7000, 6000]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line [5000, 6000, 7500, 8200, 9500, 10500, 11000, 10200, 9200, 8500, 7000, 6000]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xychart.md</dc:title>
  <dc:creator>md2nativedocx</dc:creator>
  <cp:lastModifiedBy>md2nativedocx</cp:lastModifiedBy>
  <dcterms:created xsi:type="dcterms:W3CDTF">2026-10-05T12:12:59Z</dcterms:created>
  <dcterms:modified xsi:type="dcterms:W3CDTF">2026-10-05T12:12:59Z</dcterms:modified>
</cp:coreProperties>
</file>