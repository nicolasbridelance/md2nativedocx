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swimlane</a:t>
            </a:r>
          </a:p>
        </p:txBody>
      </p:sp>
      <p:sp>
        <p:nvSpPr>
          <p:cNvPr id="17" name="Customer (container)"/>
          <p:cNvSpPr/>
          <p:nvPr/>
        </p:nvSpPr>
        <p:spPr>
          <a:xfrm>
            <a:off x="457200" y="2780987"/>
            <a:ext cx="7034784" cy="779224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18" name="Customer"/>
          <p:cNvSpPr/>
          <p:nvPr/>
        </p:nvSpPr>
        <p:spPr>
          <a:xfrm>
            <a:off x="457200" y="2780987"/>
            <a:ext cx="7034784" cy="104477"/>
          </a:xfrm>
          <a:prstGeom prst="rect">
            <a:avLst/>
          </a:prstGeom>
          <a:noFill/>
          <a:ln w="0">
            <a:noFill/>
          </a:ln>
        </p:spPr>
        <p:txBody>
          <a:bodyPr lIns="41791" tIns="20895" rIns="41791" bIns="20895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Customer</a:t>
            </a:r>
          </a:p>
        </p:txBody>
      </p:sp>
      <p:sp>
        <p:nvSpPr>
          <p:cNvPr id="19" name="Store (container)"/>
          <p:cNvSpPr/>
          <p:nvPr/>
        </p:nvSpPr>
        <p:spPr>
          <a:xfrm>
            <a:off x="1787540" y="3542798"/>
            <a:ext cx="2806948" cy="1105715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0" name="Store"/>
          <p:cNvSpPr/>
          <p:nvPr/>
        </p:nvSpPr>
        <p:spPr>
          <a:xfrm>
            <a:off x="1787540" y="3542798"/>
            <a:ext cx="2806948" cy="104477"/>
          </a:xfrm>
          <a:prstGeom prst="rect">
            <a:avLst/>
          </a:prstGeom>
          <a:noFill/>
          <a:ln w="0">
            <a:noFill/>
          </a:ln>
        </p:spPr>
        <p:txBody>
          <a:bodyPr lIns="41791" tIns="20895" rIns="41791" bIns="20895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Store</a:t>
            </a:r>
          </a:p>
        </p:txBody>
      </p:sp>
      <p:sp>
        <p:nvSpPr>
          <p:cNvPr id="21" name="Carrier (container)"/>
          <p:cNvSpPr/>
          <p:nvPr/>
        </p:nvSpPr>
        <p:spPr>
          <a:xfrm>
            <a:off x="4942745" y="3706044"/>
            <a:ext cx="1218898" cy="779224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2" name="Carrier"/>
          <p:cNvSpPr/>
          <p:nvPr/>
        </p:nvSpPr>
        <p:spPr>
          <a:xfrm>
            <a:off x="4942745" y="3706044"/>
            <a:ext cx="1218898" cy="104477"/>
          </a:xfrm>
          <a:prstGeom prst="rect">
            <a:avLst/>
          </a:prstGeom>
          <a:noFill/>
          <a:ln w="0">
            <a:noFill/>
          </a:ln>
        </p:spPr>
        <p:txBody>
          <a:bodyPr lIns="41791" tIns="20895" rIns="41791" bIns="20895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Carrier</a:t>
            </a:r>
          </a:p>
        </p:txBody>
      </p:sp>
      <p:sp>
        <p:nvSpPr>
          <p:cNvPr id="12" name="Place order" descr="Order"/>
          <p:cNvSpPr/>
          <p:nvPr/>
        </p:nvSpPr>
        <p:spPr>
          <a:xfrm>
            <a:off x="631328" y="3059592"/>
            <a:ext cx="807955" cy="326491"/>
          </a:xfrm>
          <a:prstGeom prst="rect">
            <a:avLst/>
          </a:prstGeom>
          <a:solidFill>
            <a:srgbClr val="D9E2F3"/>
          </a:solidFill>
          <a:ln w="5804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791" tIns="20895" rIns="41791" bIns="2089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Place order</a:t>
            </a:r>
          </a:p>
        </p:txBody>
      </p:sp>
      <p:sp>
        <p:nvSpPr>
          <p:cNvPr id="13" name="Pay invoice" descr="Pay"/>
          <p:cNvSpPr/>
          <p:nvPr/>
        </p:nvSpPr>
        <p:spPr>
          <a:xfrm>
            <a:off x="6509900" y="3059592"/>
            <a:ext cx="807955" cy="326491"/>
          </a:xfrm>
          <a:prstGeom prst="roundRect">
            <a:avLst/>
          </a:prstGeom>
          <a:solidFill>
            <a:srgbClr val="D9E2F3"/>
          </a:solidFill>
          <a:ln w="5804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791" tIns="20895" rIns="41791" bIns="2089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Pay invoice</a:t>
            </a:r>
          </a:p>
        </p:txBody>
      </p:sp>
      <p:sp>
        <p:nvSpPr>
          <p:cNvPr id="14" name="Pack items" descr="Pack"/>
          <p:cNvSpPr/>
          <p:nvPr/>
        </p:nvSpPr>
        <p:spPr>
          <a:xfrm>
            <a:off x="3675091" y="3984649"/>
            <a:ext cx="745269" cy="326491"/>
          </a:xfrm>
          <a:prstGeom prst="rect">
            <a:avLst/>
          </a:prstGeom>
          <a:solidFill>
            <a:srgbClr val="D9E2F3"/>
          </a:solidFill>
          <a:ln w="5804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791" tIns="20895" rIns="41791" bIns="2089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Pack items</a:t>
            </a:r>
          </a:p>
        </p:txBody>
      </p:sp>
      <p:sp>
        <p:nvSpPr>
          <p:cNvPr id="15" name="In stock?" descr="Decision"/>
          <p:cNvSpPr/>
          <p:nvPr/>
        </p:nvSpPr>
        <p:spPr>
          <a:xfrm>
            <a:off x="1961669" y="3821404"/>
            <a:ext cx="1365166" cy="652981"/>
          </a:xfrm>
          <a:prstGeom prst="diamond">
            <a:avLst/>
          </a:prstGeom>
          <a:solidFill>
            <a:srgbClr val="D9E2F3"/>
          </a:solidFill>
          <a:ln w="5804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791" tIns="20895" rIns="41791" bIns="2089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In stock?</a:t>
            </a:r>
          </a:p>
        </p:txBody>
      </p:sp>
      <p:sp>
        <p:nvSpPr>
          <p:cNvPr id="16" name="Ship package" descr="Ship"/>
          <p:cNvSpPr/>
          <p:nvPr/>
        </p:nvSpPr>
        <p:spPr>
          <a:xfrm>
            <a:off x="5116874" y="3984649"/>
            <a:ext cx="870642" cy="326491"/>
          </a:xfrm>
          <a:prstGeom prst="roundRect">
            <a:avLst/>
          </a:prstGeom>
          <a:solidFill>
            <a:srgbClr val="D9E2F3"/>
          </a:solidFill>
          <a:ln w="5804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791" tIns="20895" rIns="41791" bIns="2089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Ship package</a:t>
            </a:r>
          </a:p>
        </p:txBody>
      </p:sp>
      <p:cxnSp>
        <p:nvCxnSpPr>
          <p:cNvPr id="23" name="Order--Decision"/>
          <p:cNvCxnSpPr>
            <a:stCxn id="12" idx="3"/>
            <a:endCxn id="15" idx="1"/>
          </p:cNvCxnSpPr>
          <p:nvPr/>
        </p:nvCxnSpPr>
        <p:spPr>
          <a:xfrm>
            <a:off x="1439284" y="3222838"/>
            <a:ext cx="522385" cy="925056"/>
          </a:xfrm>
          <a:prstGeom prst="line">
            <a:avLst/>
          </a:prstGeom>
          <a:ln w="580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Decision--Pack"/>
          <p:cNvCxnSpPr>
            <a:stCxn id="15" idx="3"/>
            <a:endCxn id="14" idx="1"/>
          </p:cNvCxnSpPr>
          <p:nvPr/>
        </p:nvCxnSpPr>
        <p:spPr>
          <a:xfrm>
            <a:off x="3326835" y="4147894"/>
            <a:ext cx="348256" cy="0"/>
          </a:xfrm>
          <a:prstGeom prst="line">
            <a:avLst/>
          </a:prstGeom>
          <a:ln w="580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EdgeLabel"/>
          <p:cNvSpPr txBox="1"/>
          <p:nvPr/>
        </p:nvSpPr>
        <p:spPr>
          <a:xfrm>
            <a:off x="3386735" y="4095656"/>
            <a:ext cx="228456" cy="1044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7413" tIns="0" rIns="17413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50" dirty="0">
                <a:solidFill>
                  <a:srgbClr val="000000"/>
                </a:solidFill>
              </a:rPr>
              <a:t>Yes</a:t>
            </a:r>
          </a:p>
        </p:txBody>
      </p:sp>
      <p:cxnSp>
        <p:nvCxnSpPr>
          <p:cNvPr id="26" name="Decision--Order"/>
          <p:cNvCxnSpPr>
            <a:stCxn id="15" idx="1"/>
            <a:endCxn id="12" idx="3"/>
          </p:cNvCxnSpPr>
          <p:nvPr/>
        </p:nvCxnSpPr>
        <p:spPr>
          <a:xfrm flipH="1" flipV="1">
            <a:off x="1439284" y="3222838"/>
            <a:ext cx="522385" cy="925056"/>
          </a:xfrm>
          <a:prstGeom prst="line">
            <a:avLst/>
          </a:prstGeom>
          <a:ln w="580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EdgeLabel"/>
          <p:cNvSpPr txBox="1"/>
          <p:nvPr/>
        </p:nvSpPr>
        <p:spPr>
          <a:xfrm>
            <a:off x="1604706" y="3633127"/>
            <a:ext cx="191541" cy="1044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7413" tIns="0" rIns="17413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50" dirty="0">
                <a:solidFill>
                  <a:srgbClr val="000000"/>
                </a:solidFill>
              </a:rPr>
              <a:t>No</a:t>
            </a:r>
          </a:p>
        </p:txBody>
      </p:sp>
      <p:cxnSp>
        <p:nvCxnSpPr>
          <p:cNvPr id="28" name="Pack--Ship"/>
          <p:cNvCxnSpPr>
            <a:stCxn id="14" idx="3"/>
            <a:endCxn id="16" idx="1"/>
          </p:cNvCxnSpPr>
          <p:nvPr/>
        </p:nvCxnSpPr>
        <p:spPr>
          <a:xfrm>
            <a:off x="4420360" y="4147894"/>
            <a:ext cx="696514" cy="0"/>
          </a:xfrm>
          <a:prstGeom prst="line">
            <a:avLst/>
          </a:prstGeom>
          <a:ln w="580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hip--Pay"/>
          <p:cNvCxnSpPr>
            <a:stCxn id="16" idx="3"/>
            <a:endCxn id="13" idx="1"/>
          </p:cNvCxnSpPr>
          <p:nvPr/>
        </p:nvCxnSpPr>
        <p:spPr>
          <a:xfrm flipV="1">
            <a:off x="5987515" y="3222838"/>
            <a:ext cx="522385" cy="925056"/>
          </a:xfrm>
          <a:prstGeom prst="line">
            <a:avLst/>
          </a:prstGeom>
          <a:ln w="580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Mermaid source"/>
          <p:cNvSpPr/>
          <p:nvPr/>
        </p:nvSpPr>
        <p:spPr>
          <a:xfrm>
            <a:off x="7674864" y="1028700"/>
            <a:ext cx="4059936" cy="53721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swimlane-beta LR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subgraph Customer[Customer]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Order[Place order]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Pay(Pay invoice)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end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subgraph Store[Store]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Pack[Pack items]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Decision{In stock?}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end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subgraph Carrier[Carrier]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Ship([Ship package])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end</a:t>
            </a:r>
          </a:p>
          <a:p>
            <a:endParaRPr lang="en-US" sz="1400" dirty="0"/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Order --&gt; Decision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Decision --&gt;|Yes| Pack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Decision --&gt;|No| Order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Pack --&gt; Ship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Ship --&gt; Pay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swimlane.md</dc:title>
  <dc:creator>md2nativedocx</dc:creator>
  <cp:lastModifiedBy>md2nativedocx</cp:lastModifiedBy>
  <dcterms:created xsi:type="dcterms:W3CDTF">2026-10-05T12:12:57Z</dcterms:created>
  <dcterms:modified xsi:type="dcterms:W3CDTF">2026-10-05T12:12:57Z</dcterms:modified>
</cp:coreProperties>
</file>