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swimlane</a:t>
            </a:r>
          </a:p>
        </p:txBody>
      </p:sp>
      <p:sp>
        <p:nvSpPr>
          <p:cNvPr id="17" name="Customer (container)"/>
          <p:cNvSpPr/>
          <p:nvPr/>
        </p:nvSpPr>
        <p:spPr>
          <a:xfrm>
            <a:off x="457200" y="2217816"/>
            <a:ext cx="11277600" cy="1249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18" name="Customer"/>
          <p:cNvSpPr/>
          <p:nvPr/>
        </p:nvSpPr>
        <p:spPr>
          <a:xfrm>
            <a:off x="457200" y="2217816"/>
            <a:ext cx="11277600" cy="167489"/>
          </a:xfrm>
          <a:prstGeom prst="rect">
            <a:avLst/>
          </a:prstGeom>
          <a:noFill/>
          <a:ln w="0">
            <a:noFill/>
          </a:ln>
        </p:spPr>
        <p:txBody>
          <a:bodyPr lIns="66996" tIns="33498" rIns="66996" bIns="33498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19" name="Store (container)"/>
          <p:cNvSpPr/>
          <p:nvPr/>
        </p:nvSpPr>
        <p:spPr>
          <a:xfrm>
            <a:off x="2589895" y="3439091"/>
            <a:ext cx="4499874" cy="1772593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0" name="Store"/>
          <p:cNvSpPr/>
          <p:nvPr/>
        </p:nvSpPr>
        <p:spPr>
          <a:xfrm>
            <a:off x="2589895" y="3439091"/>
            <a:ext cx="4499874" cy="167489"/>
          </a:xfrm>
          <a:prstGeom prst="rect">
            <a:avLst/>
          </a:prstGeom>
          <a:noFill/>
          <a:ln w="0">
            <a:noFill/>
          </a:ln>
        </p:spPr>
        <p:txBody>
          <a:bodyPr lIns="66996" tIns="33498" rIns="66996" bIns="33498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Store</a:t>
            </a:r>
          </a:p>
        </p:txBody>
      </p:sp>
      <p:sp>
        <p:nvSpPr>
          <p:cNvPr id="21" name="Carrier (container)"/>
          <p:cNvSpPr/>
          <p:nvPr/>
        </p:nvSpPr>
        <p:spPr>
          <a:xfrm>
            <a:off x="7648066" y="3700792"/>
            <a:ext cx="1954040" cy="1249190"/>
          </a:xfrm>
          <a:prstGeom prst="rect">
            <a:avLst/>
          </a:prstGeom>
          <a:solidFill>
            <a:srgbClr val="E8E8E8">
              <a:alpha val="40000"/>
            </a:srgbClr>
          </a:solidFill>
          <a:ln w="9525">
            <a:solidFill>
              <a:srgbClr val="999999"/>
            </a:solidFill>
            <a:prstDash val="dash"/>
          </a:ln>
        </p:spPr>
      </p:sp>
      <p:sp>
        <p:nvSpPr>
          <p:cNvPr id="22" name="Carrier"/>
          <p:cNvSpPr/>
          <p:nvPr/>
        </p:nvSpPr>
        <p:spPr>
          <a:xfrm>
            <a:off x="7648066" y="3700792"/>
            <a:ext cx="1954040" cy="167489"/>
          </a:xfrm>
          <a:prstGeom prst="rect">
            <a:avLst/>
          </a:prstGeom>
          <a:noFill/>
          <a:ln w="0">
            <a:noFill/>
          </a:ln>
        </p:spPr>
        <p:txBody>
          <a:bodyPr lIns="66996" tIns="33498" rIns="66996" bIns="33498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Carrier</a:t>
            </a:r>
          </a:p>
        </p:txBody>
      </p:sp>
      <p:sp>
        <p:nvSpPr>
          <p:cNvPr id="12" name="Place order" descr="Order"/>
          <p:cNvSpPr/>
          <p:nvPr/>
        </p:nvSpPr>
        <p:spPr>
          <a:xfrm>
            <a:off x="736349" y="2664454"/>
            <a:ext cx="1295249" cy="523403"/>
          </a:xfrm>
          <a:prstGeom prst="rect">
            <a:avLst/>
          </a:prstGeom>
          <a:solidFill>
            <a:srgbClr val="D9E2F3"/>
          </a:solidFill>
          <a:ln w="93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Place order</a:t>
            </a:r>
          </a:p>
        </p:txBody>
      </p:sp>
      <p:sp>
        <p:nvSpPr>
          <p:cNvPr id="13" name="Pay invoice" descr="Pay"/>
          <p:cNvSpPr/>
          <p:nvPr/>
        </p:nvSpPr>
        <p:spPr>
          <a:xfrm>
            <a:off x="10160402" y="2664454"/>
            <a:ext cx="1295249" cy="523403"/>
          </a:xfrm>
          <a:prstGeom prst="roundRect">
            <a:avLst/>
          </a:prstGeom>
          <a:solidFill>
            <a:srgbClr val="D9E2F3"/>
          </a:solidFill>
          <a:ln w="93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Pay invoice</a:t>
            </a:r>
          </a:p>
        </p:txBody>
      </p:sp>
      <p:sp>
        <p:nvSpPr>
          <p:cNvPr id="14" name="Pack items" descr="Pack"/>
          <p:cNvSpPr/>
          <p:nvPr/>
        </p:nvSpPr>
        <p:spPr>
          <a:xfrm>
            <a:off x="5615865" y="4147430"/>
            <a:ext cx="1194756" cy="523403"/>
          </a:xfrm>
          <a:prstGeom prst="rect">
            <a:avLst/>
          </a:prstGeom>
          <a:solidFill>
            <a:srgbClr val="D9E2F3"/>
          </a:solidFill>
          <a:ln w="93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Pack items</a:t>
            </a:r>
          </a:p>
        </p:txBody>
      </p:sp>
      <p:sp>
        <p:nvSpPr>
          <p:cNvPr id="15" name="In stock?" descr="Decision"/>
          <p:cNvSpPr/>
          <p:nvPr/>
        </p:nvSpPr>
        <p:spPr>
          <a:xfrm>
            <a:off x="2869043" y="3885728"/>
            <a:ext cx="2188524" cy="1046807"/>
          </a:xfrm>
          <a:prstGeom prst="diamond">
            <a:avLst/>
          </a:prstGeom>
          <a:solidFill>
            <a:srgbClr val="D9E2F3"/>
          </a:solidFill>
          <a:ln w="93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In stock?</a:t>
            </a:r>
          </a:p>
        </p:txBody>
      </p:sp>
      <p:sp>
        <p:nvSpPr>
          <p:cNvPr id="16" name="Ship package" descr="Ship"/>
          <p:cNvSpPr/>
          <p:nvPr/>
        </p:nvSpPr>
        <p:spPr>
          <a:xfrm>
            <a:off x="7927214" y="4147430"/>
            <a:ext cx="1395743" cy="523403"/>
          </a:xfrm>
          <a:prstGeom prst="roundRect">
            <a:avLst/>
          </a:prstGeom>
          <a:solidFill>
            <a:srgbClr val="D9E2F3"/>
          </a:solidFill>
          <a:ln w="9305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6996" tIns="33498" rIns="66996" bIns="3349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000000"/>
                </a:solidFill>
              </a:rPr>
              <a:t>Ship package</a:t>
            </a:r>
          </a:p>
        </p:txBody>
      </p:sp>
      <p:cxnSp>
        <p:nvCxnSpPr>
          <p:cNvPr id="23" name="Order--Decision"/>
          <p:cNvCxnSpPr>
            <a:stCxn id="12" idx="3"/>
            <a:endCxn id="15" idx="1"/>
          </p:cNvCxnSpPr>
          <p:nvPr/>
        </p:nvCxnSpPr>
        <p:spPr>
          <a:xfrm>
            <a:off x="2031598" y="2926155"/>
            <a:ext cx="837445" cy="1482977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ecision--Pack"/>
          <p:cNvCxnSpPr>
            <a:stCxn id="15" idx="3"/>
            <a:endCxn id="14" idx="1"/>
          </p:cNvCxnSpPr>
          <p:nvPr/>
        </p:nvCxnSpPr>
        <p:spPr>
          <a:xfrm>
            <a:off x="5057568" y="4409132"/>
            <a:ext cx="558297" cy="0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Label"/>
          <p:cNvSpPr txBox="1"/>
          <p:nvPr/>
        </p:nvSpPr>
        <p:spPr>
          <a:xfrm>
            <a:off x="5153595" y="4325387"/>
            <a:ext cx="366243" cy="167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7915" tIns="0" rIns="2791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Yes</a:t>
            </a:r>
          </a:p>
        </p:txBody>
      </p:sp>
      <p:cxnSp>
        <p:nvCxnSpPr>
          <p:cNvPr id="26" name="Decision--Order"/>
          <p:cNvCxnSpPr>
            <a:stCxn id="15" idx="1"/>
            <a:endCxn id="12" idx="3"/>
          </p:cNvCxnSpPr>
          <p:nvPr/>
        </p:nvCxnSpPr>
        <p:spPr>
          <a:xfrm flipH="1" flipV="1">
            <a:off x="2031598" y="2926155"/>
            <a:ext cx="837445" cy="1482977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2296789" y="3583899"/>
            <a:ext cx="307063" cy="1674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7915" tIns="0" rIns="27915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00" dirty="0">
                <a:solidFill>
                  <a:srgbClr val="000000"/>
                </a:solidFill>
              </a:rPr>
              <a:t>No</a:t>
            </a:r>
          </a:p>
        </p:txBody>
      </p:sp>
      <p:cxnSp>
        <p:nvCxnSpPr>
          <p:cNvPr id="28" name="Pack--Ship"/>
          <p:cNvCxnSpPr>
            <a:stCxn id="14" idx="3"/>
            <a:endCxn id="16" idx="1"/>
          </p:cNvCxnSpPr>
          <p:nvPr/>
        </p:nvCxnSpPr>
        <p:spPr>
          <a:xfrm>
            <a:off x="6810620" y="4409132"/>
            <a:ext cx="1116594" cy="0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hip--Pay"/>
          <p:cNvCxnSpPr>
            <a:stCxn id="16" idx="3"/>
            <a:endCxn id="13" idx="1"/>
          </p:cNvCxnSpPr>
          <p:nvPr/>
        </p:nvCxnSpPr>
        <p:spPr>
          <a:xfrm flipV="1">
            <a:off x="9322957" y="2926155"/>
            <a:ext cx="837445" cy="1482977"/>
          </a:xfrm>
          <a:prstGeom prst="line">
            <a:avLst/>
          </a:prstGeom>
          <a:ln w="9305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swimlane.md</dc:title>
  <dc:creator>md2nativedocx</dc:creator>
  <cp:lastModifiedBy>md2nativedocx</cp:lastModifiedBy>
  <dcterms:created xsi:type="dcterms:W3CDTF">2026-10-05T11:54:31Z</dcterms:created>
  <dcterms:modified xsi:type="dcterms:W3CDTF">2026-10-05T11:54:31Z</dcterms:modified>
</cp:coreProperties>
</file>