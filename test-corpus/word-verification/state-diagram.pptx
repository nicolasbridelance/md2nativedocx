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state-diagram</a:t>
            </a:r>
          </a:p>
        </p:txBody>
      </p:sp>
      <p:cxnSp>
        <p:nvCxnSpPr>
          <p:cNvPr id="11" name="Connector 1"/>
          <p:cNvCxnSpPr/>
          <p:nvPr/>
        </p:nvCxnSpPr>
        <p:spPr>
          <a:xfrm>
            <a:off x="4118338" y="1532334"/>
            <a:ext cx="1" cy="719478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cxnSp>
        <p:nvCxnSpPr>
          <p:cNvPr id="12" name="Connector 2"/>
          <p:cNvCxnSpPr/>
          <p:nvPr/>
        </p:nvCxnSpPr>
        <p:spPr>
          <a:xfrm flipH="1">
            <a:off x="3045154" y="2683499"/>
            <a:ext cx="825526" cy="719478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3" name="Text 3"/>
          <p:cNvSpPr txBox="1"/>
          <p:nvPr/>
        </p:nvSpPr>
        <p:spPr>
          <a:xfrm>
            <a:off x="3242074" y="2923325"/>
            <a:ext cx="431687" cy="2398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07" dirty="0">
                <a:solidFill>
                  <a:srgbClr val="000000"/>
                </a:solidFill>
              </a:rPr>
              <a:t>fetch</a:t>
            </a:r>
          </a:p>
        </p:txBody>
      </p:sp>
      <p:cxnSp>
        <p:nvCxnSpPr>
          <p:cNvPr id="14" name="Connector 4"/>
          <p:cNvCxnSpPr/>
          <p:nvPr/>
        </p:nvCxnSpPr>
        <p:spPr>
          <a:xfrm>
            <a:off x="2797496" y="3834663"/>
            <a:ext cx="1" cy="719478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cxnSp>
        <p:nvCxnSpPr>
          <p:cNvPr id="15" name="Connector 5"/>
          <p:cNvCxnSpPr/>
          <p:nvPr/>
        </p:nvCxnSpPr>
        <p:spPr>
          <a:xfrm>
            <a:off x="2938744" y="4961845"/>
            <a:ext cx="498523" cy="719478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6" name="Text 6"/>
          <p:cNvSpPr txBox="1"/>
          <p:nvPr/>
        </p:nvSpPr>
        <p:spPr>
          <a:xfrm>
            <a:off x="3058500" y="5201671"/>
            <a:ext cx="259012" cy="2398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07" dirty="0">
                <a:solidFill>
                  <a:srgbClr val="000000"/>
                </a:solidFill>
              </a:rPr>
              <a:t>ok</a:t>
            </a:r>
          </a:p>
        </p:txBody>
      </p:sp>
      <p:cxnSp>
        <p:nvCxnSpPr>
          <p:cNvPr id="17" name="Connector 7"/>
          <p:cNvCxnSpPr/>
          <p:nvPr/>
        </p:nvCxnSpPr>
        <p:spPr>
          <a:xfrm>
            <a:off x="3001348" y="4856310"/>
            <a:ext cx="1738438" cy="838439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8" name="Text 8"/>
          <p:cNvSpPr txBox="1"/>
          <p:nvPr/>
        </p:nvSpPr>
        <p:spPr>
          <a:xfrm>
            <a:off x="3683504" y="5155616"/>
            <a:ext cx="374128" cy="2398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07" dirty="0">
                <a:solidFill>
                  <a:srgbClr val="000000"/>
                </a:solidFill>
              </a:rPr>
              <a:t>fail</a:t>
            </a:r>
          </a:p>
        </p:txBody>
      </p:sp>
      <p:cxnSp>
        <p:nvCxnSpPr>
          <p:cNvPr id="19" name="Connector 9"/>
          <p:cNvCxnSpPr/>
          <p:nvPr/>
        </p:nvCxnSpPr>
        <p:spPr>
          <a:xfrm flipV="1">
            <a:off x="3620275" y="2683499"/>
            <a:ext cx="464610" cy="2997824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0" name="Text 10"/>
          <p:cNvSpPr txBox="1"/>
          <p:nvPr/>
        </p:nvSpPr>
        <p:spPr>
          <a:xfrm>
            <a:off x="3636737" y="4062498"/>
            <a:ext cx="431687" cy="2398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07" dirty="0">
                <a:solidFill>
                  <a:srgbClr val="000000"/>
                </a:solidFill>
              </a:rPr>
              <a:t>reset</a:t>
            </a:r>
          </a:p>
        </p:txBody>
      </p:sp>
      <p:cxnSp>
        <p:nvCxnSpPr>
          <p:cNvPr id="21" name="Connector 11"/>
          <p:cNvCxnSpPr/>
          <p:nvPr/>
        </p:nvCxnSpPr>
        <p:spPr>
          <a:xfrm flipH="1" flipV="1">
            <a:off x="4183864" y="2683499"/>
            <a:ext cx="910092" cy="2997824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2" name="Text 12"/>
          <p:cNvSpPr txBox="1"/>
          <p:nvPr/>
        </p:nvSpPr>
        <p:spPr>
          <a:xfrm>
            <a:off x="4423066" y="4062498"/>
            <a:ext cx="431687" cy="2398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07" dirty="0">
                <a:solidFill>
                  <a:srgbClr val="000000"/>
                </a:solidFill>
              </a:rPr>
              <a:t>retry</a:t>
            </a:r>
          </a:p>
        </p:txBody>
      </p:sp>
      <p:cxnSp>
        <p:nvCxnSpPr>
          <p:cNvPr id="23" name="Connector 13"/>
          <p:cNvCxnSpPr/>
          <p:nvPr/>
        </p:nvCxnSpPr>
        <p:spPr>
          <a:xfrm flipH="1">
            <a:off x="3895437" y="2683499"/>
            <a:ext cx="174561" cy="779434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4" name="Shape 14"/>
          <p:cNvSpPr/>
          <p:nvPr/>
        </p:nvSpPr>
        <p:spPr>
          <a:xfrm>
            <a:off x="4010416" y="1316491"/>
            <a:ext cx="215843" cy="215843"/>
          </a:xfrm>
          <a:prstGeom prst="ellipse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25" name="Idle"/>
          <p:cNvSpPr/>
          <p:nvPr/>
        </p:nvSpPr>
        <p:spPr>
          <a:xfrm>
            <a:off x="3698642" y="2251812"/>
            <a:ext cx="839391" cy="431687"/>
          </a:xfrm>
          <a:prstGeom prst="roundRect">
            <a:avLst/>
          </a:prstGeom>
          <a:solidFill>
            <a:srgbClr val="D9E2F3"/>
          </a:solidFill>
          <a:ln w="11991">
            <a:solidFill>
              <a:srgbClr val="2F5496"/>
            </a:solidFill>
          </a:ln>
        </p:spPr>
      </p:sp>
      <p:sp>
        <p:nvSpPr>
          <p:cNvPr id="26" name="Text 16"/>
          <p:cNvSpPr txBox="1"/>
          <p:nvPr/>
        </p:nvSpPr>
        <p:spPr>
          <a:xfrm>
            <a:off x="3698642" y="2251812"/>
            <a:ext cx="839391" cy="4316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33" dirty="0">
                <a:solidFill>
                  <a:srgbClr val="000000"/>
                </a:solidFill>
              </a:rPr>
              <a:t>Idle</a:t>
            </a:r>
          </a:p>
        </p:txBody>
      </p:sp>
      <p:sp>
        <p:nvSpPr>
          <p:cNvPr id="27" name="Loading"/>
          <p:cNvSpPr/>
          <p:nvPr/>
        </p:nvSpPr>
        <p:spPr>
          <a:xfrm>
            <a:off x="2370007" y="3402976"/>
            <a:ext cx="854980" cy="431687"/>
          </a:xfrm>
          <a:prstGeom prst="roundRect">
            <a:avLst/>
          </a:prstGeom>
          <a:solidFill>
            <a:srgbClr val="D9E2F3"/>
          </a:solidFill>
          <a:ln w="11991">
            <a:solidFill>
              <a:srgbClr val="2F5496"/>
            </a:solidFill>
          </a:ln>
        </p:spPr>
      </p:sp>
      <p:sp>
        <p:nvSpPr>
          <p:cNvPr id="28" name="Text 18"/>
          <p:cNvSpPr txBox="1"/>
          <p:nvPr/>
        </p:nvSpPr>
        <p:spPr>
          <a:xfrm>
            <a:off x="2370007" y="3402976"/>
            <a:ext cx="854980" cy="4316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33" dirty="0">
                <a:solidFill>
                  <a:srgbClr val="000000"/>
                </a:solidFill>
              </a:rPr>
              <a:t>Loading</a:t>
            </a:r>
          </a:p>
        </p:txBody>
      </p:sp>
      <p:sp>
        <p:nvSpPr>
          <p:cNvPr id="29" name="Shape 19"/>
          <p:cNvSpPr/>
          <p:nvPr/>
        </p:nvSpPr>
        <p:spPr>
          <a:xfrm>
            <a:off x="2593644" y="4554141"/>
            <a:ext cx="407704" cy="407704"/>
          </a:xfrm>
          <a:prstGeom prst="diamond">
            <a:avLst/>
          </a:prstGeom>
          <a:solidFill>
            <a:srgbClr val="D9E2F3"/>
          </a:solidFill>
          <a:ln w="11991">
            <a:solidFill>
              <a:srgbClr val="2F5496"/>
            </a:solidFill>
          </a:ln>
        </p:spPr>
      </p:sp>
      <p:sp>
        <p:nvSpPr>
          <p:cNvPr id="30" name="Success"/>
          <p:cNvSpPr/>
          <p:nvPr/>
        </p:nvSpPr>
        <p:spPr>
          <a:xfrm>
            <a:off x="3159334" y="5681322"/>
            <a:ext cx="854980" cy="431687"/>
          </a:xfrm>
          <a:prstGeom prst="roundRect">
            <a:avLst/>
          </a:prstGeom>
          <a:solidFill>
            <a:srgbClr val="D9E2F3"/>
          </a:solidFill>
          <a:ln w="11991">
            <a:solidFill>
              <a:srgbClr val="2F5496"/>
            </a:solidFill>
          </a:ln>
        </p:spPr>
      </p:sp>
      <p:sp>
        <p:nvSpPr>
          <p:cNvPr id="31" name="Text 21"/>
          <p:cNvSpPr txBox="1"/>
          <p:nvPr/>
        </p:nvSpPr>
        <p:spPr>
          <a:xfrm>
            <a:off x="3159334" y="5681322"/>
            <a:ext cx="854980" cy="4316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33" dirty="0">
                <a:solidFill>
                  <a:srgbClr val="000000"/>
                </a:solidFill>
              </a:rPr>
              <a:t>Success</a:t>
            </a:r>
          </a:p>
        </p:txBody>
      </p:sp>
      <p:sp>
        <p:nvSpPr>
          <p:cNvPr id="32" name="Error"/>
          <p:cNvSpPr/>
          <p:nvPr/>
        </p:nvSpPr>
        <p:spPr>
          <a:xfrm>
            <a:off x="4739786" y="5681322"/>
            <a:ext cx="839391" cy="431687"/>
          </a:xfrm>
          <a:prstGeom prst="roundRect">
            <a:avLst/>
          </a:prstGeom>
          <a:solidFill>
            <a:srgbClr val="D9E2F3"/>
          </a:solidFill>
          <a:ln w="11991">
            <a:solidFill>
              <a:srgbClr val="2F5496"/>
            </a:solidFill>
          </a:ln>
        </p:spPr>
      </p:sp>
      <p:sp>
        <p:nvSpPr>
          <p:cNvPr id="33" name="Text 23"/>
          <p:cNvSpPr txBox="1"/>
          <p:nvPr/>
        </p:nvSpPr>
        <p:spPr>
          <a:xfrm>
            <a:off x="4739786" y="5681322"/>
            <a:ext cx="839391" cy="4316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33" dirty="0">
                <a:solidFill>
                  <a:srgbClr val="000000"/>
                </a:solidFill>
              </a:rPr>
              <a:t>Error</a:t>
            </a:r>
          </a:p>
        </p:txBody>
      </p:sp>
      <p:sp>
        <p:nvSpPr>
          <p:cNvPr id="34" name="Shape 24"/>
          <p:cNvSpPr/>
          <p:nvPr/>
        </p:nvSpPr>
        <p:spPr>
          <a:xfrm>
            <a:off x="3704639" y="3462933"/>
            <a:ext cx="311774" cy="311774"/>
          </a:xfrm>
          <a:prstGeom prst="ellipse">
            <a:avLst/>
          </a:prstGeom>
          <a:solidFill>
            <a:srgbClr val="FFFFFF"/>
          </a:solidFill>
          <a:ln w="11991">
            <a:solidFill>
              <a:srgbClr val="000000"/>
            </a:solidFill>
          </a:ln>
        </p:spPr>
      </p:sp>
      <p:sp>
        <p:nvSpPr>
          <p:cNvPr id="35" name="Shape 25"/>
          <p:cNvSpPr/>
          <p:nvPr/>
        </p:nvSpPr>
        <p:spPr>
          <a:xfrm>
            <a:off x="3791935" y="3550229"/>
            <a:ext cx="137180" cy="13718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4" name="Mermaid source"/>
          <p:cNvSpPr/>
          <p:nvPr/>
        </p:nvSpPr>
        <p:spPr>
          <a:xfrm>
            <a:off x="7674864" y="1028700"/>
            <a:ext cx="4059936" cy="537210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stateDiagram-v2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[*] --&gt; Idle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Idle --&gt; Loading : fetch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Loading --&gt; choice1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state choice1 &lt;&lt;choice&gt;&gt;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choice1 --&gt; Success : ok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choice1 --&gt; Error : fail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Success --&gt; Idle : reset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Error --&gt; Idle : retry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Idle --&gt; [*]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state-diagram.md</dc:title>
  <dc:creator>md2nativedocx</dc:creator>
  <cp:lastModifiedBy>md2nativedocx</cp:lastModifiedBy>
  <dcterms:created xsi:type="dcterms:W3CDTF">2026-10-05T12:12:57Z</dcterms:created>
  <dcterms:modified xsi:type="dcterms:W3CDTF">2026-10-05T12:12:57Z</dcterms:modified>
</cp:coreProperties>
</file>