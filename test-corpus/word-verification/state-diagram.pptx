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state-diagram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239746" y="1532334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5166562" y="2683499"/>
            <a:ext cx="825526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5363482" y="2923325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fetch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4918904" y="3834663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5" name="Connector 5"/>
          <p:cNvCxnSpPr/>
          <p:nvPr/>
        </p:nvCxnSpPr>
        <p:spPr>
          <a:xfrm>
            <a:off x="5060152" y="4961845"/>
            <a:ext cx="498523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5179908" y="5201671"/>
            <a:ext cx="259012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5122756" y="4856310"/>
            <a:ext cx="1738438" cy="838439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8" name="Text 8"/>
          <p:cNvSpPr txBox="1"/>
          <p:nvPr/>
        </p:nvSpPr>
        <p:spPr>
          <a:xfrm>
            <a:off x="5804912" y="5155616"/>
            <a:ext cx="374128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fail</a:t>
            </a:r>
          </a:p>
        </p:txBody>
      </p:sp>
      <p:cxnSp>
        <p:nvCxnSpPr>
          <p:cNvPr id="19" name="Connector 9"/>
          <p:cNvCxnSpPr/>
          <p:nvPr/>
        </p:nvCxnSpPr>
        <p:spPr>
          <a:xfrm flipV="1">
            <a:off x="5741683" y="2683499"/>
            <a:ext cx="464610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0" name="Text 10"/>
          <p:cNvSpPr txBox="1"/>
          <p:nvPr/>
        </p:nvSpPr>
        <p:spPr>
          <a:xfrm>
            <a:off x="5758145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reset</a:t>
            </a:r>
          </a:p>
        </p:txBody>
      </p:sp>
      <p:cxnSp>
        <p:nvCxnSpPr>
          <p:cNvPr id="21" name="Connector 11"/>
          <p:cNvCxnSpPr/>
          <p:nvPr/>
        </p:nvCxnSpPr>
        <p:spPr>
          <a:xfrm flipH="1" flipV="1">
            <a:off x="6305272" y="2683499"/>
            <a:ext cx="910092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2" name="Text 12"/>
          <p:cNvSpPr txBox="1"/>
          <p:nvPr/>
        </p:nvSpPr>
        <p:spPr>
          <a:xfrm>
            <a:off x="6544474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23" name="Connector 13"/>
          <p:cNvCxnSpPr/>
          <p:nvPr/>
        </p:nvCxnSpPr>
        <p:spPr>
          <a:xfrm flipH="1">
            <a:off x="6016845" y="2683499"/>
            <a:ext cx="174561" cy="77943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4" name="Shape 14"/>
          <p:cNvSpPr/>
          <p:nvPr/>
        </p:nvSpPr>
        <p:spPr>
          <a:xfrm>
            <a:off x="6131824" y="1316491"/>
            <a:ext cx="215843" cy="2158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" name="Idle"/>
          <p:cNvSpPr/>
          <p:nvPr/>
        </p:nvSpPr>
        <p:spPr>
          <a:xfrm>
            <a:off x="5820050" y="225181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5820050" y="225181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Idle</a:t>
            </a:r>
          </a:p>
        </p:txBody>
      </p:sp>
      <p:sp>
        <p:nvSpPr>
          <p:cNvPr id="27" name="Loading"/>
          <p:cNvSpPr/>
          <p:nvPr/>
        </p:nvSpPr>
        <p:spPr>
          <a:xfrm>
            <a:off x="4491415" y="3402976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4491415" y="3402976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Loading</a:t>
            </a:r>
          </a:p>
        </p:txBody>
      </p:sp>
      <p:sp>
        <p:nvSpPr>
          <p:cNvPr id="29" name="Shape 19"/>
          <p:cNvSpPr/>
          <p:nvPr/>
        </p:nvSpPr>
        <p:spPr>
          <a:xfrm>
            <a:off x="4715052" y="4554141"/>
            <a:ext cx="407704" cy="407704"/>
          </a:xfrm>
          <a:prstGeom prst="diamond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0" name="Success"/>
          <p:cNvSpPr/>
          <p:nvPr/>
        </p:nvSpPr>
        <p:spPr>
          <a:xfrm>
            <a:off x="5280742" y="5681322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5280742" y="5681322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Success</a:t>
            </a:r>
          </a:p>
        </p:txBody>
      </p:sp>
      <p:sp>
        <p:nvSpPr>
          <p:cNvPr id="32" name="Error"/>
          <p:cNvSpPr/>
          <p:nvPr/>
        </p:nvSpPr>
        <p:spPr>
          <a:xfrm>
            <a:off x="6861194" y="568132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6861194" y="568132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Error</a:t>
            </a:r>
          </a:p>
        </p:txBody>
      </p:sp>
      <p:sp>
        <p:nvSpPr>
          <p:cNvPr id="34" name="Shape 24"/>
          <p:cNvSpPr/>
          <p:nvPr/>
        </p:nvSpPr>
        <p:spPr>
          <a:xfrm>
            <a:off x="5826047" y="3462933"/>
            <a:ext cx="311774" cy="311774"/>
          </a:xfrm>
          <a:prstGeom prst="ellipse">
            <a:avLst/>
          </a:prstGeom>
          <a:solidFill>
            <a:srgbClr val="FFFFFF"/>
          </a:solidFill>
          <a:ln w="11991">
            <a:solidFill>
              <a:srgbClr val="000000"/>
            </a:solidFill>
          </a:ln>
        </p:spPr>
      </p:sp>
      <p:sp>
        <p:nvSpPr>
          <p:cNvPr id="35" name="Shape 25"/>
          <p:cNvSpPr/>
          <p:nvPr/>
        </p:nvSpPr>
        <p:spPr>
          <a:xfrm>
            <a:off x="5913343" y="3550229"/>
            <a:ext cx="137180" cy="1371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state-diagram.md</dc:title>
  <dc:creator>md2nativedocx</dc:creator>
  <cp:lastModifiedBy>md2nativedocx</cp:lastModifiedBy>
  <dcterms:created xsi:type="dcterms:W3CDTF">2026-10-05T11:54:31Z</dcterms:created>
  <dcterms:modified xsi:type="dcterms:W3CDTF">2026-10-05T11:54:31Z</dcterms:modified>
</cp:coreProperties>
</file>