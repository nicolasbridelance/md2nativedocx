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radar</a:t>
            </a:r>
          </a:p>
        </p:txBody>
      </p:sp>
      <p:sp>
        <p:nvSpPr>
          <p:cNvPr id="11" name="Box 1"/>
          <p:cNvSpPr/>
          <p:nvPr/>
        </p:nvSpPr>
        <p:spPr>
          <a:xfrm>
            <a:off x="2178844" y="1171142"/>
            <a:ext cx="6104659" cy="4069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75" dirty="0">
                <a:solidFill>
                  <a:srgbClr val="000000"/>
                </a:solidFill>
              </a:rPr>
              <a:t>Grades</a:t>
            </a:r>
          </a:p>
        </p:txBody>
      </p:sp>
      <p:sp>
        <p:nvSpPr>
          <p:cNvPr id="12" name="Shape 2"/>
          <p:cNvSpPr/>
          <p:nvPr/>
        </p:nvSpPr>
        <p:spPr>
          <a:xfrm>
            <a:off x="4812636" y="3577396"/>
            <a:ext cx="837074" cy="966571"/>
          </a:xfrm>
          <a:custGeom>
            <a:avLst/>
            <a:gdLst/>
            <a:ahLst/>
            <a:cxnLst/>
            <a:rect l="0" t="0" r="0" b="0"/>
            <a:pathLst>
              <a:path w="783644" h="904875">
                <a:moveTo>
                  <a:pt x="391822" y="0"/>
                </a:moveTo>
                <a:lnTo>
                  <a:pt x="783644" y="226218"/>
                </a:lnTo>
                <a:lnTo>
                  <a:pt x="783644" y="678656"/>
                </a:lnTo>
                <a:lnTo>
                  <a:pt x="391822" y="904875"/>
                </a:lnTo>
                <a:lnTo>
                  <a:pt x="0" y="678656"/>
                </a:lnTo>
                <a:lnTo>
                  <a:pt x="0" y="226218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3" name="Shape 3"/>
          <p:cNvSpPr/>
          <p:nvPr/>
        </p:nvSpPr>
        <p:spPr>
          <a:xfrm>
            <a:off x="4394098" y="3094110"/>
            <a:ext cx="1674151" cy="1933142"/>
          </a:xfrm>
          <a:custGeom>
            <a:avLst/>
            <a:gdLst/>
            <a:ahLst/>
            <a:cxnLst/>
            <a:rect l="0" t="0" r="0" b="0"/>
            <a:pathLst>
              <a:path w="1567290" h="1809750">
                <a:moveTo>
                  <a:pt x="783645" y="0"/>
                </a:moveTo>
                <a:lnTo>
                  <a:pt x="1567290" y="452438"/>
                </a:lnTo>
                <a:lnTo>
                  <a:pt x="1567290" y="1357313"/>
                </a:lnTo>
                <a:lnTo>
                  <a:pt x="783645" y="1809750"/>
                </a:lnTo>
                <a:lnTo>
                  <a:pt x="0" y="1357313"/>
                </a:lnTo>
                <a:lnTo>
                  <a:pt x="0" y="452438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4" name="Shape 4"/>
          <p:cNvSpPr/>
          <p:nvPr/>
        </p:nvSpPr>
        <p:spPr>
          <a:xfrm>
            <a:off x="3975561" y="2610825"/>
            <a:ext cx="2511225" cy="2899713"/>
          </a:xfrm>
          <a:custGeom>
            <a:avLst/>
            <a:gdLst/>
            <a:ahLst/>
            <a:cxnLst/>
            <a:rect l="0" t="0" r="0" b="0"/>
            <a:pathLst>
              <a:path w="2350934" h="2714625">
                <a:moveTo>
                  <a:pt x="1175467" y="0"/>
                </a:moveTo>
                <a:lnTo>
                  <a:pt x="2350934" y="678656"/>
                </a:lnTo>
                <a:lnTo>
                  <a:pt x="2350934" y="2035968"/>
                </a:lnTo>
                <a:lnTo>
                  <a:pt x="1175467" y="2714625"/>
                </a:lnTo>
                <a:lnTo>
                  <a:pt x="0" y="2035968"/>
                </a:lnTo>
                <a:lnTo>
                  <a:pt x="0" y="678656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5" name="Shape 5"/>
          <p:cNvSpPr/>
          <p:nvPr/>
        </p:nvSpPr>
        <p:spPr>
          <a:xfrm>
            <a:off x="3557024" y="2127539"/>
            <a:ext cx="3348299" cy="3866284"/>
          </a:xfrm>
          <a:custGeom>
            <a:avLst/>
            <a:gdLst/>
            <a:ahLst/>
            <a:cxnLst/>
            <a:rect l="0" t="0" r="0" b="0"/>
            <a:pathLst>
              <a:path w="3134578" h="3619500">
                <a:moveTo>
                  <a:pt x="1567289" y="0"/>
                </a:moveTo>
                <a:lnTo>
                  <a:pt x="3134578" y="904875"/>
                </a:lnTo>
                <a:lnTo>
                  <a:pt x="3134578" y="2714625"/>
                </a:lnTo>
                <a:lnTo>
                  <a:pt x="1567289" y="3619500"/>
                </a:lnTo>
                <a:lnTo>
                  <a:pt x="0" y="2714625"/>
                </a:lnTo>
                <a:lnTo>
                  <a:pt x="0" y="904875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6" name="Shape 6"/>
          <p:cNvSpPr/>
          <p:nvPr/>
        </p:nvSpPr>
        <p:spPr>
          <a:xfrm>
            <a:off x="5231173" y="2127539"/>
            <a:ext cx="1" cy="1933142"/>
          </a:xfrm>
          <a:custGeom>
            <a:avLst/>
            <a:gdLst/>
            <a:ahLst/>
            <a:cxnLst/>
            <a:rect l="0" t="0" r="0" b="0"/>
            <a:pathLst>
              <a:path w="1" h="1809750" fill="none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17" name="Box 7"/>
          <p:cNvSpPr/>
          <p:nvPr/>
        </p:nvSpPr>
        <p:spPr>
          <a:xfrm>
            <a:off x="5002249" y="1842655"/>
            <a:ext cx="457849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Math</a:t>
            </a:r>
          </a:p>
        </p:txBody>
      </p:sp>
      <p:sp>
        <p:nvSpPr>
          <p:cNvPr id="18" name="Shape 8"/>
          <p:cNvSpPr/>
          <p:nvPr/>
        </p:nvSpPr>
        <p:spPr>
          <a:xfrm>
            <a:off x="5231173" y="3094110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0" y="904875"/>
                </a:moveTo>
                <a:lnTo>
                  <a:pt x="1567289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19" name="Box 9"/>
          <p:cNvSpPr/>
          <p:nvPr/>
        </p:nvSpPr>
        <p:spPr>
          <a:xfrm>
            <a:off x="6947091" y="2900795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Science</a:t>
            </a:r>
          </a:p>
        </p:txBody>
      </p:sp>
      <p:sp>
        <p:nvSpPr>
          <p:cNvPr id="20" name="Shape 10"/>
          <p:cNvSpPr/>
          <p:nvPr/>
        </p:nvSpPr>
        <p:spPr>
          <a:xfrm>
            <a:off x="5231173" y="4060681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0" y="0"/>
                </a:moveTo>
                <a:lnTo>
                  <a:pt x="1567289" y="904875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1" name="Box 11"/>
          <p:cNvSpPr/>
          <p:nvPr/>
        </p:nvSpPr>
        <p:spPr>
          <a:xfrm>
            <a:off x="6947091" y="5017077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English</a:t>
            </a:r>
          </a:p>
        </p:txBody>
      </p:sp>
      <p:sp>
        <p:nvSpPr>
          <p:cNvPr id="22" name="Shape 12"/>
          <p:cNvSpPr/>
          <p:nvPr/>
        </p:nvSpPr>
        <p:spPr>
          <a:xfrm>
            <a:off x="5231173" y="4060681"/>
            <a:ext cx="1" cy="1933142"/>
          </a:xfrm>
          <a:custGeom>
            <a:avLst/>
            <a:gdLst/>
            <a:ahLst/>
            <a:cxnLst/>
            <a:rect l="0" t="0" r="0" b="0"/>
            <a:pathLst>
              <a:path w="1" h="1809750" fill="none">
                <a:moveTo>
                  <a:pt x="0" y="0"/>
                </a:moveTo>
                <a:lnTo>
                  <a:pt x="0" y="180975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3" name="Box 13"/>
          <p:cNvSpPr/>
          <p:nvPr/>
        </p:nvSpPr>
        <p:spPr>
          <a:xfrm>
            <a:off x="4885243" y="6075218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History</a:t>
            </a:r>
          </a:p>
        </p:txBody>
      </p:sp>
      <p:sp>
        <p:nvSpPr>
          <p:cNvPr id="24" name="Shape 14"/>
          <p:cNvSpPr/>
          <p:nvPr/>
        </p:nvSpPr>
        <p:spPr>
          <a:xfrm>
            <a:off x="3557024" y="4060681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1567289" y="0"/>
                </a:moveTo>
                <a:lnTo>
                  <a:pt x="0" y="904875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5" name="Box 15"/>
          <p:cNvSpPr/>
          <p:nvPr/>
        </p:nvSpPr>
        <p:spPr>
          <a:xfrm>
            <a:off x="2671508" y="5017077"/>
            <a:ext cx="854652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Geography</a:t>
            </a:r>
          </a:p>
        </p:txBody>
      </p:sp>
      <p:sp>
        <p:nvSpPr>
          <p:cNvPr id="26" name="Shape 16"/>
          <p:cNvSpPr/>
          <p:nvPr/>
        </p:nvSpPr>
        <p:spPr>
          <a:xfrm>
            <a:off x="3557024" y="3094110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1567289" y="904875"/>
                </a:moveTo>
                <a:lnTo>
                  <a:pt x="0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7" name="Box 17"/>
          <p:cNvSpPr/>
          <p:nvPr/>
        </p:nvSpPr>
        <p:spPr>
          <a:xfrm>
            <a:off x="3117674" y="2900795"/>
            <a:ext cx="376454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Art</a:t>
            </a:r>
          </a:p>
        </p:txBody>
      </p:sp>
      <p:sp>
        <p:nvSpPr>
          <p:cNvPr id="28" name="Shape 18"/>
          <p:cNvSpPr/>
          <p:nvPr/>
        </p:nvSpPr>
        <p:spPr>
          <a:xfrm>
            <a:off x="3724438" y="2417510"/>
            <a:ext cx="3013471" cy="2996370"/>
          </a:xfrm>
          <a:custGeom>
            <a:avLst/>
            <a:gdLst/>
            <a:ahLst/>
            <a:cxnLst/>
            <a:rect l="0" t="0" r="0" b="0"/>
            <a:pathLst>
              <a:path w="2821122" h="2805112">
                <a:moveTo>
                  <a:pt x="1410561" y="0"/>
                </a:moveTo>
                <a:lnTo>
                  <a:pt x="2821122" y="723900"/>
                </a:lnTo>
                <a:lnTo>
                  <a:pt x="2664393" y="2262187"/>
                </a:lnTo>
                <a:lnTo>
                  <a:pt x="1410561" y="2805112"/>
                </a:lnTo>
                <a:lnTo>
                  <a:pt x="235094" y="2216943"/>
                </a:lnTo>
                <a:lnTo>
                  <a:pt x="0" y="723900"/>
                </a:lnTo>
                <a:close/>
              </a:path>
            </a:pathLst>
          </a:custGeom>
          <a:solidFill>
            <a:srgbClr val="4472C4">
              <a:alpha val="30000"/>
            </a:srgbClr>
          </a:solidFill>
          <a:ln w="30523">
            <a:solidFill>
              <a:srgbClr val="4472C4"/>
            </a:solidFill>
          </a:ln>
        </p:spPr>
      </p:sp>
      <p:sp>
        <p:nvSpPr>
          <p:cNvPr id="29" name="Shape 19"/>
          <p:cNvSpPr/>
          <p:nvPr/>
        </p:nvSpPr>
        <p:spPr>
          <a:xfrm>
            <a:off x="3724438" y="2707481"/>
            <a:ext cx="2929763" cy="2899713"/>
          </a:xfrm>
          <a:custGeom>
            <a:avLst/>
            <a:gdLst/>
            <a:ahLst/>
            <a:cxnLst/>
            <a:rect l="0" t="0" r="0" b="0"/>
            <a:pathLst>
              <a:path w="2742757" h="2714625">
                <a:moveTo>
                  <a:pt x="1410561" y="0"/>
                </a:moveTo>
                <a:lnTo>
                  <a:pt x="2586028" y="588169"/>
                </a:lnTo>
                <a:lnTo>
                  <a:pt x="2742757" y="2035969"/>
                </a:lnTo>
                <a:lnTo>
                  <a:pt x="1410561" y="2714625"/>
                </a:lnTo>
                <a:lnTo>
                  <a:pt x="0" y="2081213"/>
                </a:lnTo>
                <a:lnTo>
                  <a:pt x="78365" y="497681"/>
                </a:lnTo>
                <a:close/>
              </a:path>
            </a:pathLst>
          </a:custGeom>
          <a:solidFill>
            <a:srgbClr val="ED7D31">
              <a:alpha val="30000"/>
            </a:srgbClr>
          </a:solidFill>
          <a:ln w="30523">
            <a:solidFill>
              <a:srgbClr val="ED7D31"/>
            </a:solidFill>
          </a:ln>
        </p:spPr>
      </p:sp>
      <p:sp>
        <p:nvSpPr>
          <p:cNvPr id="30" name="Box 20"/>
          <p:cNvSpPr/>
          <p:nvPr/>
        </p:nvSpPr>
        <p:spPr>
          <a:xfrm>
            <a:off x="8385247" y="2168236"/>
            <a:ext cx="142442" cy="142442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1" name="Box 21"/>
          <p:cNvSpPr/>
          <p:nvPr/>
        </p:nvSpPr>
        <p:spPr>
          <a:xfrm>
            <a:off x="8588736" y="2127539"/>
            <a:ext cx="1322676" cy="223838"/>
          </a:xfrm>
          <a:prstGeom prst="rect">
            <a:avLst/>
          </a:prstGeom>
          <a:noFill/>
          <a:ln>
            <a:noFill/>
          </a:ln>
        </p:spPr>
        <p:txBody>
          <a:bodyPr wrap="none" lIns="20349" tIns="0" rIns="2034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Alice</a:t>
            </a:r>
          </a:p>
        </p:txBody>
      </p:sp>
      <p:sp>
        <p:nvSpPr>
          <p:cNvPr id="32" name="Box 22"/>
          <p:cNvSpPr/>
          <p:nvPr/>
        </p:nvSpPr>
        <p:spPr>
          <a:xfrm>
            <a:off x="8385247" y="2432772"/>
            <a:ext cx="142442" cy="142442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3" name="Box 23"/>
          <p:cNvSpPr/>
          <p:nvPr/>
        </p:nvSpPr>
        <p:spPr>
          <a:xfrm>
            <a:off x="8588736" y="2392074"/>
            <a:ext cx="1322676" cy="223838"/>
          </a:xfrm>
          <a:prstGeom prst="rect">
            <a:avLst/>
          </a:prstGeom>
          <a:noFill/>
          <a:ln>
            <a:noFill/>
          </a:ln>
        </p:spPr>
        <p:txBody>
          <a:bodyPr wrap="none" lIns="20349" tIns="0" rIns="2034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Bob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radar.md</dc:title>
  <dc:creator>md2nativedocx</dc:creator>
  <cp:lastModifiedBy>md2nativedocx</cp:lastModifiedBy>
  <dcterms:created xsi:type="dcterms:W3CDTF">2026-10-05T11:54:29Z</dcterms:created>
  <dcterms:modified xsi:type="dcterms:W3CDTF">2026-10-05T11:54:29Z</dcterms:modified>
</cp:coreProperties>
</file>