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radar</a:t>
            </a:r>
          </a:p>
        </p:txBody>
      </p:sp>
      <p:sp>
        <p:nvSpPr>
          <p:cNvPr id="11" name="Box 1"/>
          <p:cNvSpPr/>
          <p:nvPr/>
        </p:nvSpPr>
        <p:spPr>
          <a:xfrm>
            <a:off x="457200" y="1430729"/>
            <a:ext cx="5481650" cy="3654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050" dirty="0">
                <a:solidFill>
                  <a:srgbClr val="000000"/>
                </a:solidFill>
              </a:rPr>
              <a:t>Grades</a:t>
            </a:r>
          </a:p>
        </p:txBody>
      </p:sp>
      <p:sp>
        <p:nvSpPr>
          <p:cNvPr id="12" name="Shape 2"/>
          <p:cNvSpPr/>
          <p:nvPr/>
        </p:nvSpPr>
        <p:spPr>
          <a:xfrm>
            <a:off x="2822201" y="3591413"/>
            <a:ext cx="751648" cy="867928"/>
          </a:xfrm>
          <a:custGeom>
            <a:avLst/>
            <a:gdLst/>
            <a:ahLst/>
            <a:cxnLst/>
            <a:rect l="0" t="0" r="0" b="0"/>
            <a:pathLst>
              <a:path w="751648" h="867928">
                <a:moveTo>
                  <a:pt x="375824" y="0"/>
                </a:moveTo>
                <a:lnTo>
                  <a:pt x="751648" y="216982"/>
                </a:lnTo>
                <a:lnTo>
                  <a:pt x="751648" y="650946"/>
                </a:lnTo>
                <a:lnTo>
                  <a:pt x="375824" y="867928"/>
                </a:lnTo>
                <a:lnTo>
                  <a:pt x="0" y="650946"/>
                </a:lnTo>
                <a:lnTo>
                  <a:pt x="0" y="216982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3" name="Shape 3"/>
          <p:cNvSpPr/>
          <p:nvPr/>
        </p:nvSpPr>
        <p:spPr>
          <a:xfrm>
            <a:off x="2446377" y="3157449"/>
            <a:ext cx="1503296" cy="1735856"/>
          </a:xfrm>
          <a:custGeom>
            <a:avLst/>
            <a:gdLst/>
            <a:ahLst/>
            <a:cxnLst/>
            <a:rect l="0" t="0" r="0" b="0"/>
            <a:pathLst>
              <a:path w="1503296" h="1735856">
                <a:moveTo>
                  <a:pt x="751648" y="0"/>
                </a:moveTo>
                <a:lnTo>
                  <a:pt x="1503296" y="433964"/>
                </a:lnTo>
                <a:lnTo>
                  <a:pt x="1503296" y="1301892"/>
                </a:lnTo>
                <a:lnTo>
                  <a:pt x="751648" y="1735856"/>
                </a:lnTo>
                <a:lnTo>
                  <a:pt x="0" y="1301892"/>
                </a:lnTo>
                <a:lnTo>
                  <a:pt x="0" y="433964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4" name="Shape 4"/>
          <p:cNvSpPr/>
          <p:nvPr/>
        </p:nvSpPr>
        <p:spPr>
          <a:xfrm>
            <a:off x="2070554" y="2723485"/>
            <a:ext cx="2254942" cy="2603784"/>
          </a:xfrm>
          <a:custGeom>
            <a:avLst/>
            <a:gdLst/>
            <a:ahLst/>
            <a:cxnLst/>
            <a:rect l="0" t="0" r="0" b="0"/>
            <a:pathLst>
              <a:path w="2254942" h="2603784">
                <a:moveTo>
                  <a:pt x="1127471" y="0"/>
                </a:moveTo>
                <a:lnTo>
                  <a:pt x="2254942" y="650946"/>
                </a:lnTo>
                <a:lnTo>
                  <a:pt x="2254942" y="1952838"/>
                </a:lnTo>
                <a:lnTo>
                  <a:pt x="1127471" y="2603784"/>
                </a:lnTo>
                <a:lnTo>
                  <a:pt x="0" y="1952838"/>
                </a:lnTo>
                <a:lnTo>
                  <a:pt x="0" y="650946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5" name="Shape 5"/>
          <p:cNvSpPr/>
          <p:nvPr/>
        </p:nvSpPr>
        <p:spPr>
          <a:xfrm>
            <a:off x="1694730" y="2289521"/>
            <a:ext cx="3006590" cy="3471712"/>
          </a:xfrm>
          <a:custGeom>
            <a:avLst/>
            <a:gdLst/>
            <a:ahLst/>
            <a:cxnLst/>
            <a:rect l="0" t="0" r="0" b="0"/>
            <a:pathLst>
              <a:path w="3006590" h="3471712">
                <a:moveTo>
                  <a:pt x="1503295" y="0"/>
                </a:moveTo>
                <a:lnTo>
                  <a:pt x="3006590" y="867928"/>
                </a:lnTo>
                <a:lnTo>
                  <a:pt x="3006590" y="2603784"/>
                </a:lnTo>
                <a:lnTo>
                  <a:pt x="1503295" y="3471712"/>
                </a:lnTo>
                <a:lnTo>
                  <a:pt x="0" y="2603784"/>
                </a:lnTo>
                <a:lnTo>
                  <a:pt x="0" y="867928"/>
                </a:lnTo>
                <a:close/>
              </a:path>
            </a:pathLst>
          </a:custGeom>
          <a:noFill/>
          <a:ln w="9136">
            <a:solidFill>
              <a:srgbClr val="BFBFBF"/>
            </a:solidFill>
          </a:ln>
        </p:spPr>
      </p:sp>
      <p:sp>
        <p:nvSpPr>
          <p:cNvPr id="16" name="Shape 6"/>
          <p:cNvSpPr/>
          <p:nvPr/>
        </p:nvSpPr>
        <p:spPr>
          <a:xfrm>
            <a:off x="3198025" y="2289521"/>
            <a:ext cx="1" cy="1735856"/>
          </a:xfrm>
          <a:custGeom>
            <a:avLst/>
            <a:gdLst/>
            <a:ahLst/>
            <a:cxnLst/>
            <a:rect l="0" t="0" r="0" b="0"/>
            <a:pathLst>
              <a:path w="1" h="1735856" fill="none">
                <a:moveTo>
                  <a:pt x="0" y="1735856"/>
                </a:moveTo>
                <a:lnTo>
                  <a:pt x="0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17" name="Box 7"/>
          <p:cNvSpPr/>
          <p:nvPr/>
        </p:nvSpPr>
        <p:spPr>
          <a:xfrm>
            <a:off x="2992463" y="2033711"/>
            <a:ext cx="41112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Math</a:t>
            </a:r>
          </a:p>
        </p:txBody>
      </p:sp>
      <p:sp>
        <p:nvSpPr>
          <p:cNvPr id="18" name="Shape 8"/>
          <p:cNvSpPr/>
          <p:nvPr/>
        </p:nvSpPr>
        <p:spPr>
          <a:xfrm>
            <a:off x="3198025" y="3157449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0" y="867928"/>
                </a:moveTo>
                <a:lnTo>
                  <a:pt x="1503295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19" name="Box 9"/>
          <p:cNvSpPr/>
          <p:nvPr/>
        </p:nvSpPr>
        <p:spPr>
          <a:xfrm>
            <a:off x="4738825" y="2983863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Science</a:t>
            </a:r>
          </a:p>
        </p:txBody>
      </p:sp>
      <p:sp>
        <p:nvSpPr>
          <p:cNvPr id="20" name="Shape 10"/>
          <p:cNvSpPr/>
          <p:nvPr/>
        </p:nvSpPr>
        <p:spPr>
          <a:xfrm>
            <a:off x="3198025" y="4025377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0" y="0"/>
                </a:moveTo>
                <a:lnTo>
                  <a:pt x="1503295" y="867928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1" name="Box 11"/>
          <p:cNvSpPr/>
          <p:nvPr/>
        </p:nvSpPr>
        <p:spPr>
          <a:xfrm>
            <a:off x="4738825" y="4884169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English</a:t>
            </a:r>
          </a:p>
        </p:txBody>
      </p:sp>
      <p:sp>
        <p:nvSpPr>
          <p:cNvPr id="22" name="Shape 12"/>
          <p:cNvSpPr/>
          <p:nvPr/>
        </p:nvSpPr>
        <p:spPr>
          <a:xfrm>
            <a:off x="3198025" y="4025377"/>
            <a:ext cx="1" cy="1735856"/>
          </a:xfrm>
          <a:custGeom>
            <a:avLst/>
            <a:gdLst/>
            <a:ahLst/>
            <a:cxnLst/>
            <a:rect l="0" t="0" r="0" b="0"/>
            <a:pathLst>
              <a:path w="1" h="1735856" fill="none">
                <a:moveTo>
                  <a:pt x="0" y="0"/>
                </a:moveTo>
                <a:lnTo>
                  <a:pt x="0" y="1735856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3" name="Box 13"/>
          <p:cNvSpPr/>
          <p:nvPr/>
        </p:nvSpPr>
        <p:spPr>
          <a:xfrm>
            <a:off x="2887398" y="5834321"/>
            <a:ext cx="621254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History</a:t>
            </a:r>
          </a:p>
        </p:txBody>
      </p:sp>
      <p:sp>
        <p:nvSpPr>
          <p:cNvPr id="24" name="Shape 14"/>
          <p:cNvSpPr/>
          <p:nvPr/>
        </p:nvSpPr>
        <p:spPr>
          <a:xfrm>
            <a:off x="1694730" y="4025377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1503295" y="0"/>
                </a:moveTo>
                <a:lnTo>
                  <a:pt x="0" y="867928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5" name="Box 15"/>
          <p:cNvSpPr/>
          <p:nvPr/>
        </p:nvSpPr>
        <p:spPr>
          <a:xfrm>
            <a:off x="899586" y="4884169"/>
            <a:ext cx="767431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Geography</a:t>
            </a:r>
          </a:p>
        </p:txBody>
      </p:sp>
      <p:sp>
        <p:nvSpPr>
          <p:cNvPr id="26" name="Shape 16"/>
          <p:cNvSpPr/>
          <p:nvPr/>
        </p:nvSpPr>
        <p:spPr>
          <a:xfrm>
            <a:off x="1694730" y="3157449"/>
            <a:ext cx="1503295" cy="867928"/>
          </a:xfrm>
          <a:custGeom>
            <a:avLst/>
            <a:gdLst/>
            <a:ahLst/>
            <a:cxnLst/>
            <a:rect l="0" t="0" r="0" b="0"/>
            <a:pathLst>
              <a:path w="1503295" h="867928" fill="none">
                <a:moveTo>
                  <a:pt x="1503295" y="867928"/>
                </a:moveTo>
                <a:lnTo>
                  <a:pt x="0" y="0"/>
                </a:lnTo>
              </a:path>
            </a:pathLst>
          </a:custGeom>
          <a:noFill/>
          <a:ln w="9136">
            <a:solidFill>
              <a:srgbClr val="7F7F7F"/>
            </a:solidFill>
          </a:ln>
        </p:spPr>
      </p:sp>
      <p:sp>
        <p:nvSpPr>
          <p:cNvPr id="27" name="Box 17"/>
          <p:cNvSpPr/>
          <p:nvPr/>
        </p:nvSpPr>
        <p:spPr>
          <a:xfrm>
            <a:off x="1300218" y="2983863"/>
            <a:ext cx="338035" cy="1827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Art</a:t>
            </a:r>
          </a:p>
        </p:txBody>
      </p:sp>
      <p:sp>
        <p:nvSpPr>
          <p:cNvPr id="28" name="Shape 18"/>
          <p:cNvSpPr/>
          <p:nvPr/>
        </p:nvSpPr>
        <p:spPr>
          <a:xfrm>
            <a:off x="1845059" y="2549899"/>
            <a:ext cx="2705932" cy="2690577"/>
          </a:xfrm>
          <a:custGeom>
            <a:avLst/>
            <a:gdLst/>
            <a:ahLst/>
            <a:cxnLst/>
            <a:rect l="0" t="0" r="0" b="0"/>
            <a:pathLst>
              <a:path w="2705932" h="2690577">
                <a:moveTo>
                  <a:pt x="1352966" y="0"/>
                </a:moveTo>
                <a:lnTo>
                  <a:pt x="2705932" y="694343"/>
                </a:lnTo>
                <a:lnTo>
                  <a:pt x="2555602" y="2169820"/>
                </a:lnTo>
                <a:lnTo>
                  <a:pt x="1352966" y="2690577"/>
                </a:lnTo>
                <a:lnTo>
                  <a:pt x="225495" y="2126424"/>
                </a:lnTo>
                <a:lnTo>
                  <a:pt x="0" y="694343"/>
                </a:lnTo>
                <a:close/>
              </a:path>
            </a:pathLst>
          </a:custGeom>
          <a:solidFill>
            <a:srgbClr val="4472C4">
              <a:alpha val="30000"/>
            </a:srgbClr>
          </a:solidFill>
          <a:ln w="27408">
            <a:solidFill>
              <a:srgbClr val="4472C4"/>
            </a:solidFill>
          </a:ln>
        </p:spPr>
      </p:sp>
      <p:sp>
        <p:nvSpPr>
          <p:cNvPr id="29" name="Shape 19"/>
          <p:cNvSpPr/>
          <p:nvPr/>
        </p:nvSpPr>
        <p:spPr>
          <a:xfrm>
            <a:off x="1845059" y="2810278"/>
            <a:ext cx="2630767" cy="2603783"/>
          </a:xfrm>
          <a:custGeom>
            <a:avLst/>
            <a:gdLst/>
            <a:ahLst/>
            <a:cxnLst/>
            <a:rect l="0" t="0" r="0" b="0"/>
            <a:pathLst>
              <a:path w="2630767" h="2603783">
                <a:moveTo>
                  <a:pt x="1352966" y="0"/>
                </a:moveTo>
                <a:lnTo>
                  <a:pt x="2480437" y="564153"/>
                </a:lnTo>
                <a:lnTo>
                  <a:pt x="2630767" y="1952837"/>
                </a:lnTo>
                <a:lnTo>
                  <a:pt x="1352966" y="2603783"/>
                </a:lnTo>
                <a:lnTo>
                  <a:pt x="0" y="1996234"/>
                </a:lnTo>
                <a:lnTo>
                  <a:pt x="75165" y="477360"/>
                </a:lnTo>
                <a:close/>
              </a:path>
            </a:pathLst>
          </a:custGeom>
          <a:solidFill>
            <a:srgbClr val="ED7D31">
              <a:alpha val="30000"/>
            </a:srgbClr>
          </a:solidFill>
          <a:ln w="27408">
            <a:solidFill>
              <a:srgbClr val="ED7D31"/>
            </a:solidFill>
          </a:ln>
        </p:spPr>
      </p:sp>
      <p:sp>
        <p:nvSpPr>
          <p:cNvPr id="30" name="Box 20"/>
          <p:cNvSpPr/>
          <p:nvPr/>
        </p:nvSpPr>
        <p:spPr>
          <a:xfrm>
            <a:off x="6030211" y="2326065"/>
            <a:ext cx="127905" cy="127905"/>
          </a:xfrm>
          <a:prstGeom prst="rect">
            <a:avLst/>
          </a:prstGeom>
          <a:solidFill>
            <a:srgbClr val="4472C4"/>
          </a:solidFill>
          <a:ln>
            <a:noFill/>
          </a:ln>
        </p:spPr>
      </p:sp>
      <p:sp>
        <p:nvSpPr>
          <p:cNvPr id="31" name="Box 21"/>
          <p:cNvSpPr/>
          <p:nvPr/>
        </p:nvSpPr>
        <p:spPr>
          <a:xfrm>
            <a:off x="6212932" y="2289521"/>
            <a:ext cx="1187691" cy="200994"/>
          </a:xfrm>
          <a:prstGeom prst="rect">
            <a:avLst/>
          </a:prstGeom>
          <a:noFill/>
          <a:ln>
            <a:noFill/>
          </a:ln>
        </p:spPr>
        <p:txBody>
          <a:bodyPr wrap="none" lIns="18272" tIns="0" rIns="18272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Alice</a:t>
            </a:r>
          </a:p>
        </p:txBody>
      </p:sp>
      <p:sp>
        <p:nvSpPr>
          <p:cNvPr id="32" name="Box 22"/>
          <p:cNvSpPr/>
          <p:nvPr/>
        </p:nvSpPr>
        <p:spPr>
          <a:xfrm>
            <a:off x="6030211" y="2563603"/>
            <a:ext cx="127905" cy="127905"/>
          </a:xfrm>
          <a:prstGeom prst="rect">
            <a:avLst/>
          </a:prstGeom>
          <a:solidFill>
            <a:srgbClr val="ED7D31"/>
          </a:solidFill>
          <a:ln>
            <a:noFill/>
          </a:ln>
        </p:spPr>
      </p:sp>
      <p:sp>
        <p:nvSpPr>
          <p:cNvPr id="33" name="Box 23"/>
          <p:cNvSpPr/>
          <p:nvPr/>
        </p:nvSpPr>
        <p:spPr>
          <a:xfrm>
            <a:off x="6212932" y="2527059"/>
            <a:ext cx="1187691" cy="200994"/>
          </a:xfrm>
          <a:prstGeom prst="rect">
            <a:avLst/>
          </a:prstGeom>
          <a:noFill/>
          <a:ln>
            <a:noFill/>
          </a:ln>
        </p:spPr>
        <p:txBody>
          <a:bodyPr wrap="none" lIns="18272" tIns="0" rIns="18272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50" dirty="0">
                <a:solidFill>
                  <a:srgbClr val="000000"/>
                </a:solidFill>
              </a:rPr>
              <a:t>Bob</a:t>
            </a:r>
          </a:p>
        </p:txBody>
      </p:sp>
      <p:sp>
        <p:nvSpPr>
          <p:cNvPr id="4" name="Mermaid source"/>
          <p:cNvSpPr/>
          <p:nvPr/>
        </p:nvSpPr>
        <p:spPr>
          <a:xfrm>
            <a:off x="7674864" y="1028700"/>
            <a:ext cx="4059936" cy="5372100"/>
          </a:xfrm>
          <a:prstGeom prst="rect">
            <a:avLst/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91440" tIns="45720" rIns="91440" bIns="45720" anchor="t">
            <a:noAutofit/>
          </a:bodyPr>
          <a:lstStyle/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radar-beta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title Grades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axis m["Math"], s["Science"], e["English"]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axis h["History"], g["Geography"], a["Art"]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curve a["Alice"]{85, 90, 80, 70, 75, 90}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curve b["Bob"]{70, 75, 85, 80, 90, 85}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max 100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graticule polygon</a:t>
            </a:r>
          </a:p>
          <a:p>
            <a:pPr algn="l"/>
            <a:r>
              <a:rPr lang="en-US" sz="1400" dirty="0">
                <a:solidFill>
                  <a:srgbClr val="1F2937"/>
                </a:solidFill>
                <a:latin typeface="Consolas"/>
                <a:cs typeface="Consolas"/>
              </a:rPr>
              <a:t>  ticks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radar.md</dc:title>
  <dc:creator>md2nativedocx</dc:creator>
  <cp:lastModifiedBy>md2nativedocx</cp:lastModifiedBy>
  <dcterms:created xsi:type="dcterms:W3CDTF">2026-10-05T12:12:54Z</dcterms:created>
  <dcterms:modified xsi:type="dcterms:W3CDTF">2026-10-05T12:12:54Z</dcterms:modified>
</cp:coreProperties>
</file>