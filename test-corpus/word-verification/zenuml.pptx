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zenuml</a:t>
            </a:r>
          </a:p>
        </p:txBody>
      </p:sp>
      <p:sp>
        <p:nvSpPr>
          <p:cNvPr id="53" name="Participant _starter"/>
          <p:cNvSpPr/>
          <p:nvPr/>
        </p:nvSpPr>
        <p:spPr>
          <a:xfrm>
            <a:off x="3544758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5" name="Participant _starter"/>
          <p:cNvSpPr/>
          <p:nvPr/>
        </p:nvSpPr>
        <p:spPr>
          <a:xfrm>
            <a:off x="3544758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8" name="Participant Client"/>
          <p:cNvSpPr/>
          <p:nvPr/>
        </p:nvSpPr>
        <p:spPr>
          <a:xfrm>
            <a:off x="4488414" y="1298316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0" name="Participant Client"/>
          <p:cNvSpPr/>
          <p:nvPr/>
        </p:nvSpPr>
        <p:spPr>
          <a:xfrm>
            <a:off x="4488414" y="6036818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3" name="Participant DB"/>
          <p:cNvSpPr/>
          <p:nvPr/>
        </p:nvSpPr>
        <p:spPr>
          <a:xfrm>
            <a:off x="5432070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5" name="Participant DB"/>
          <p:cNvSpPr/>
          <p:nvPr/>
        </p:nvSpPr>
        <p:spPr>
          <a:xfrm>
            <a:off x="5432070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8" name="Participant Booking"/>
          <p:cNvSpPr/>
          <p:nvPr/>
        </p:nvSpPr>
        <p:spPr>
          <a:xfrm>
            <a:off x="6268217" y="1298316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0" name="Participant Booking"/>
          <p:cNvSpPr/>
          <p:nvPr/>
        </p:nvSpPr>
        <p:spPr>
          <a:xfrm>
            <a:off x="6268217" y="6036818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3" name="Participant Mailer"/>
          <p:cNvSpPr/>
          <p:nvPr/>
        </p:nvSpPr>
        <p:spPr>
          <a:xfrm>
            <a:off x="7319383" y="3071042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5" name="Participant Mailer"/>
          <p:cNvSpPr/>
          <p:nvPr/>
        </p:nvSpPr>
        <p:spPr>
          <a:xfrm>
            <a:off x="7319383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7" name="Block alt"/>
          <p:cNvSpPr/>
          <p:nvPr/>
        </p:nvSpPr>
        <p:spPr>
          <a:xfrm>
            <a:off x="4549078" y="2397002"/>
            <a:ext cx="3316278" cy="1354821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28" name="Box 18"/>
          <p:cNvSpPr/>
          <p:nvPr/>
        </p:nvSpPr>
        <p:spPr>
          <a:xfrm>
            <a:off x="4549078" y="2397002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29" name="Box 19"/>
          <p:cNvSpPr/>
          <p:nvPr/>
        </p:nvSpPr>
        <p:spPr>
          <a:xfrm>
            <a:off x="4818694" y="2397002"/>
            <a:ext cx="3006219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[available]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4549078" y="3367619"/>
            <a:ext cx="3316277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31" name="Box 21"/>
          <p:cNvSpPr/>
          <p:nvPr/>
        </p:nvSpPr>
        <p:spPr>
          <a:xfrm>
            <a:off x="4589520" y="3381100"/>
            <a:ext cx="3235393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[else]</a:t>
            </a:r>
          </a:p>
        </p:txBody>
      </p:sp>
      <p:sp>
        <p:nvSpPr>
          <p:cNvPr id="34" name="Block loop"/>
          <p:cNvSpPr/>
          <p:nvPr/>
        </p:nvSpPr>
        <p:spPr>
          <a:xfrm>
            <a:off x="5492734" y="3846188"/>
            <a:ext cx="1428965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5" name="Box 25"/>
          <p:cNvSpPr/>
          <p:nvPr/>
        </p:nvSpPr>
        <p:spPr>
          <a:xfrm>
            <a:off x="5492734" y="3846188"/>
            <a:ext cx="269616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36" name="Box 26"/>
          <p:cNvSpPr/>
          <p:nvPr/>
        </p:nvSpPr>
        <p:spPr>
          <a:xfrm>
            <a:off x="5802793" y="3846188"/>
            <a:ext cx="1078464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[retry]</a:t>
            </a:r>
          </a:p>
        </p:txBody>
      </p:sp>
      <p:sp>
        <p:nvSpPr>
          <p:cNvPr id="44" name="Block break"/>
          <p:cNvSpPr/>
          <p:nvPr/>
        </p:nvSpPr>
        <p:spPr>
          <a:xfrm>
            <a:off x="4549078" y="4587632"/>
            <a:ext cx="2372621" cy="8088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5" name="Box 35"/>
          <p:cNvSpPr/>
          <p:nvPr/>
        </p:nvSpPr>
        <p:spPr>
          <a:xfrm>
            <a:off x="4549078" y="4587632"/>
            <a:ext cx="310058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break</a:t>
            </a:r>
          </a:p>
        </p:txBody>
      </p:sp>
      <p:sp>
        <p:nvSpPr>
          <p:cNvPr id="46" name="Box 36"/>
          <p:cNvSpPr/>
          <p:nvPr/>
        </p:nvSpPr>
        <p:spPr>
          <a:xfrm>
            <a:off x="4899579" y="4587632"/>
            <a:ext cx="1981678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[try]</a:t>
            </a:r>
          </a:p>
        </p:txBody>
      </p:sp>
      <p:cxnSp>
        <p:nvCxnSpPr>
          <p:cNvPr id="47" name="Connector 37"/>
          <p:cNvCxnSpPr/>
          <p:nvPr/>
        </p:nvCxnSpPr>
        <p:spPr>
          <a:xfrm>
            <a:off x="4549078" y="5012277"/>
            <a:ext cx="2372621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48" name="Box 38"/>
          <p:cNvSpPr/>
          <p:nvPr/>
        </p:nvSpPr>
        <p:spPr>
          <a:xfrm>
            <a:off x="4589520" y="5025758"/>
            <a:ext cx="2291737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[catch]</a:t>
            </a:r>
          </a:p>
        </p:txBody>
      </p:sp>
      <p:sp>
        <p:nvSpPr>
          <p:cNvPr id="51" name="Block opt"/>
          <p:cNvSpPr/>
          <p:nvPr/>
        </p:nvSpPr>
        <p:spPr>
          <a:xfrm>
            <a:off x="3605422" y="5490846"/>
            <a:ext cx="3316278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2" name="Box 42"/>
          <p:cNvSpPr/>
          <p:nvPr/>
        </p:nvSpPr>
        <p:spPr>
          <a:xfrm>
            <a:off x="3605422" y="5490846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opt</a:t>
            </a:r>
          </a:p>
        </p:txBody>
      </p:sp>
      <p:cxnSp>
        <p:nvCxnSpPr>
          <p:cNvPr id="57" name="Connector 47"/>
          <p:cNvCxnSpPr/>
          <p:nvPr/>
        </p:nvCxnSpPr>
        <p:spPr>
          <a:xfrm>
            <a:off x="3848076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2" name="Connector 52"/>
          <p:cNvCxnSpPr/>
          <p:nvPr/>
        </p:nvCxnSpPr>
        <p:spPr>
          <a:xfrm>
            <a:off x="4791732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7" name="Connector 57"/>
          <p:cNvCxnSpPr/>
          <p:nvPr/>
        </p:nvCxnSpPr>
        <p:spPr>
          <a:xfrm>
            <a:off x="5735389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2" name="Connector 62"/>
          <p:cNvCxnSpPr/>
          <p:nvPr/>
        </p:nvCxnSpPr>
        <p:spPr>
          <a:xfrm>
            <a:off x="6679045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7" name="Connector 67"/>
          <p:cNvCxnSpPr/>
          <p:nvPr/>
        </p:nvCxnSpPr>
        <p:spPr>
          <a:xfrm>
            <a:off x="7622701" y="3300215"/>
            <a:ext cx="1" cy="2736603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sp>
        <p:nvSpPr>
          <p:cNvPr id="18" name="Activation"/>
          <p:cNvSpPr/>
          <p:nvPr/>
        </p:nvSpPr>
        <p:spPr>
          <a:xfrm>
            <a:off x="5701687" y="2066722"/>
            <a:ext cx="67404" cy="276356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9" name="Activation"/>
          <p:cNvSpPr/>
          <p:nvPr/>
        </p:nvSpPr>
        <p:spPr>
          <a:xfrm>
            <a:off x="6645343" y="1830808"/>
            <a:ext cx="67404" cy="2702901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11" name="Box 1"/>
          <p:cNvSpPr/>
          <p:nvPr/>
        </p:nvSpPr>
        <p:spPr>
          <a:xfrm>
            <a:off x="3409950" y="1069142"/>
            <a:ext cx="4650877" cy="1213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Booking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791732" y="1830808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4818694" y="1689259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book(id)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5769091" y="2066722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5" name="Box 5"/>
          <p:cNvSpPr/>
          <p:nvPr/>
        </p:nvSpPr>
        <p:spPr>
          <a:xfrm>
            <a:off x="5796052" y="1925173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find(id)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769091" y="2302636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5796052" y="2161087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row</a:t>
            </a:r>
          </a:p>
        </p:txBody>
      </p:sp>
      <p:cxnSp>
        <p:nvCxnSpPr>
          <p:cNvPr id="19" name="Connector 9"/>
          <p:cNvCxnSpPr/>
          <p:nvPr/>
        </p:nvCxnSpPr>
        <p:spPr>
          <a:xfrm flipH="1">
            <a:off x="5735389" y="2713800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0" name="Box 10"/>
          <p:cNvSpPr/>
          <p:nvPr/>
        </p:nvSpPr>
        <p:spPr>
          <a:xfrm>
            <a:off x="5762350" y="2572252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save(id)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5735389" y="2949714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2" name="Box 12"/>
          <p:cNvSpPr/>
          <p:nvPr/>
        </p:nvSpPr>
        <p:spPr>
          <a:xfrm>
            <a:off x="5762350" y="2808166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order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6712747" y="3185628"/>
            <a:ext cx="606636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4" name="Box 14"/>
          <p:cNvSpPr/>
          <p:nvPr/>
        </p:nvSpPr>
        <p:spPr>
          <a:xfrm>
            <a:off x="6685111" y="3044080"/>
            <a:ext cx="66190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new Mailer(id)</a:t>
            </a:r>
          </a:p>
        </p:txBody>
      </p:sp>
      <p:cxnSp>
        <p:nvCxnSpPr>
          <p:cNvPr id="25" name="Connector 15"/>
          <p:cNvCxnSpPr/>
          <p:nvPr/>
        </p:nvCxnSpPr>
        <p:spPr>
          <a:xfrm flipH="1">
            <a:off x="4791732" y="3657457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6" name="Box 16"/>
          <p:cNvSpPr/>
          <p:nvPr/>
        </p:nvSpPr>
        <p:spPr>
          <a:xfrm>
            <a:off x="4818694" y="351590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sold_out</a:t>
            </a:r>
          </a:p>
        </p:txBody>
      </p:sp>
      <p:cxnSp>
        <p:nvCxnSpPr>
          <p:cNvPr id="32" name="Connector 22"/>
          <p:cNvCxnSpPr/>
          <p:nvPr/>
        </p:nvCxnSpPr>
        <p:spPr>
          <a:xfrm flipH="1">
            <a:off x="5735389" y="4162987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3" name="Box 23"/>
          <p:cNvSpPr/>
          <p:nvPr/>
        </p:nvSpPr>
        <p:spPr>
          <a:xfrm>
            <a:off x="5762350" y="4021438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</a:t>
            </a:r>
          </a:p>
        </p:txBody>
      </p:sp>
      <p:cxnSp>
        <p:nvCxnSpPr>
          <p:cNvPr id="37" name="Connector 27"/>
          <p:cNvCxnSpPr/>
          <p:nvPr/>
        </p:nvCxnSpPr>
        <p:spPr>
          <a:xfrm flipH="1">
            <a:off x="4791732" y="4493266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38" name="Box 28"/>
          <p:cNvSpPr/>
          <p:nvPr/>
        </p:nvSpPr>
        <p:spPr>
          <a:xfrm>
            <a:off x="4818694" y="435171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791732" y="4904431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1" name="Box 31"/>
          <p:cNvSpPr/>
          <p:nvPr/>
        </p:nvSpPr>
        <p:spPr>
          <a:xfrm>
            <a:off x="4818694" y="4762882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4791732" y="5302115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3" name="Box 33"/>
          <p:cNvSpPr/>
          <p:nvPr/>
        </p:nvSpPr>
        <p:spPr>
          <a:xfrm>
            <a:off x="4818694" y="5160566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cancel</a:t>
            </a:r>
          </a:p>
        </p:txBody>
      </p:sp>
      <p:cxnSp>
        <p:nvCxnSpPr>
          <p:cNvPr id="49" name="Connector 39"/>
          <p:cNvCxnSpPr/>
          <p:nvPr/>
        </p:nvCxnSpPr>
        <p:spPr>
          <a:xfrm>
            <a:off x="3848076" y="5807645"/>
            <a:ext cx="2830969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0" name="Box 40"/>
          <p:cNvSpPr/>
          <p:nvPr/>
        </p:nvSpPr>
        <p:spPr>
          <a:xfrm>
            <a:off x="3875038" y="5666096"/>
            <a:ext cx="2777045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audit()</a:t>
            </a:r>
          </a:p>
        </p:txBody>
      </p:sp>
      <p:sp>
        <p:nvSpPr>
          <p:cNvPr id="54" name="Box 44"/>
          <p:cNvSpPr/>
          <p:nvPr/>
        </p:nvSpPr>
        <p:spPr>
          <a:xfrm>
            <a:off x="3544758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6" name="Box 46"/>
          <p:cNvSpPr/>
          <p:nvPr/>
        </p:nvSpPr>
        <p:spPr>
          <a:xfrm>
            <a:off x="3544758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9" name="Box 49"/>
          <p:cNvSpPr/>
          <p:nvPr/>
        </p:nvSpPr>
        <p:spPr>
          <a:xfrm>
            <a:off x="4488414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1" name="Box 51"/>
          <p:cNvSpPr/>
          <p:nvPr/>
        </p:nvSpPr>
        <p:spPr>
          <a:xfrm>
            <a:off x="4488414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4" name="Box 54"/>
          <p:cNvSpPr/>
          <p:nvPr/>
        </p:nvSpPr>
        <p:spPr>
          <a:xfrm>
            <a:off x="5432070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6" name="Box 56"/>
          <p:cNvSpPr/>
          <p:nvPr/>
        </p:nvSpPr>
        <p:spPr>
          <a:xfrm>
            <a:off x="5432070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9" name="Box 59"/>
          <p:cNvSpPr/>
          <p:nvPr/>
        </p:nvSpPr>
        <p:spPr>
          <a:xfrm>
            <a:off x="6268217" y="1365720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1" name="Box 61"/>
          <p:cNvSpPr/>
          <p:nvPr/>
        </p:nvSpPr>
        <p:spPr>
          <a:xfrm>
            <a:off x="6268217" y="6104222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4" name="Box 64"/>
          <p:cNvSpPr/>
          <p:nvPr/>
        </p:nvSpPr>
        <p:spPr>
          <a:xfrm>
            <a:off x="7319383" y="3138446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  <p:sp>
        <p:nvSpPr>
          <p:cNvPr id="76" name="Box 66"/>
          <p:cNvSpPr/>
          <p:nvPr/>
        </p:nvSpPr>
        <p:spPr>
          <a:xfrm>
            <a:off x="7319383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zenuml.md</dc:title>
  <dc:creator>md2nativedocx</dc:creator>
  <cp:lastModifiedBy>md2nativedocx</cp:lastModifiedBy>
  <dcterms:created xsi:type="dcterms:W3CDTF">2026-10-05T11:54:34Z</dcterms:created>
  <dcterms:modified xsi:type="dcterms:W3CDTF">2026-10-05T11:54:34Z</dcterms:modified>
</cp:coreProperties>
</file>