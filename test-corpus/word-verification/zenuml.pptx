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zenuml</a:t>
            </a:r>
          </a:p>
        </p:txBody>
      </p:sp>
      <p:sp>
        <p:nvSpPr>
          <p:cNvPr id="53" name="Participant _starter"/>
          <p:cNvSpPr/>
          <p:nvPr/>
        </p:nvSpPr>
        <p:spPr>
          <a:xfrm>
            <a:off x="3544758" y="1298316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55" name="Participant _starter"/>
          <p:cNvSpPr/>
          <p:nvPr/>
        </p:nvSpPr>
        <p:spPr>
          <a:xfrm>
            <a:off x="3544758" y="6036818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58" name="Participant Client"/>
          <p:cNvSpPr/>
          <p:nvPr/>
        </p:nvSpPr>
        <p:spPr>
          <a:xfrm>
            <a:off x="4488414" y="1298316"/>
            <a:ext cx="606636" cy="229174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60" name="Participant Client"/>
          <p:cNvSpPr/>
          <p:nvPr/>
        </p:nvSpPr>
        <p:spPr>
          <a:xfrm>
            <a:off x="4488414" y="6036818"/>
            <a:ext cx="606636" cy="229174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63" name="Participant DB"/>
          <p:cNvSpPr/>
          <p:nvPr/>
        </p:nvSpPr>
        <p:spPr>
          <a:xfrm>
            <a:off x="5432070" y="1298316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65" name="Participant DB"/>
          <p:cNvSpPr/>
          <p:nvPr/>
        </p:nvSpPr>
        <p:spPr>
          <a:xfrm>
            <a:off x="5432070" y="6036818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68" name="Participant Booking"/>
          <p:cNvSpPr/>
          <p:nvPr/>
        </p:nvSpPr>
        <p:spPr>
          <a:xfrm>
            <a:off x="6268217" y="1298316"/>
            <a:ext cx="821655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70" name="Participant Booking"/>
          <p:cNvSpPr/>
          <p:nvPr/>
        </p:nvSpPr>
        <p:spPr>
          <a:xfrm>
            <a:off x="6268217" y="6036818"/>
            <a:ext cx="821655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73" name="Participant Mailer"/>
          <p:cNvSpPr/>
          <p:nvPr/>
        </p:nvSpPr>
        <p:spPr>
          <a:xfrm>
            <a:off x="7319383" y="3071042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75" name="Participant Mailer"/>
          <p:cNvSpPr/>
          <p:nvPr/>
        </p:nvSpPr>
        <p:spPr>
          <a:xfrm>
            <a:off x="7319383" y="6036818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27" name="Block alt"/>
          <p:cNvSpPr/>
          <p:nvPr/>
        </p:nvSpPr>
        <p:spPr>
          <a:xfrm>
            <a:off x="4549078" y="2397002"/>
            <a:ext cx="3316278" cy="1354821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28" name="Box 18"/>
          <p:cNvSpPr/>
          <p:nvPr/>
        </p:nvSpPr>
        <p:spPr>
          <a:xfrm>
            <a:off x="4549078" y="2397002"/>
            <a:ext cx="229174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alt</a:t>
            </a:r>
          </a:p>
        </p:txBody>
      </p:sp>
      <p:sp>
        <p:nvSpPr>
          <p:cNvPr id="29" name="Box 19"/>
          <p:cNvSpPr/>
          <p:nvPr/>
        </p:nvSpPr>
        <p:spPr>
          <a:xfrm>
            <a:off x="4818694" y="2397002"/>
            <a:ext cx="3006219" cy="10784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[available]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4549078" y="3367619"/>
            <a:ext cx="3316277" cy="1"/>
          </a:xfrm>
          <a:prstGeom prst="line">
            <a:avLst/>
          </a:prstGeom>
          <a:ln w="6740">
            <a:solidFill>
              <a:srgbClr val="7F7F7F"/>
            </a:solidFill>
            <a:prstDash val="dash"/>
          </a:ln>
        </p:spPr>
      </p:cxnSp>
      <p:sp>
        <p:nvSpPr>
          <p:cNvPr id="31" name="Box 21"/>
          <p:cNvSpPr/>
          <p:nvPr/>
        </p:nvSpPr>
        <p:spPr>
          <a:xfrm>
            <a:off x="4589520" y="3381100"/>
            <a:ext cx="3235393" cy="9436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[else]</a:t>
            </a:r>
          </a:p>
        </p:txBody>
      </p:sp>
      <p:sp>
        <p:nvSpPr>
          <p:cNvPr id="34" name="Block loop"/>
          <p:cNvSpPr/>
          <p:nvPr/>
        </p:nvSpPr>
        <p:spPr>
          <a:xfrm>
            <a:off x="5492734" y="3846188"/>
            <a:ext cx="1428965" cy="4111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35" name="Box 25"/>
          <p:cNvSpPr/>
          <p:nvPr/>
        </p:nvSpPr>
        <p:spPr>
          <a:xfrm>
            <a:off x="5492734" y="3846188"/>
            <a:ext cx="269616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loop</a:t>
            </a:r>
          </a:p>
        </p:txBody>
      </p:sp>
      <p:sp>
        <p:nvSpPr>
          <p:cNvPr id="36" name="Box 26"/>
          <p:cNvSpPr/>
          <p:nvPr/>
        </p:nvSpPr>
        <p:spPr>
          <a:xfrm>
            <a:off x="5802793" y="3846188"/>
            <a:ext cx="1078464" cy="10784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[retry]</a:t>
            </a:r>
          </a:p>
        </p:txBody>
      </p:sp>
      <p:sp>
        <p:nvSpPr>
          <p:cNvPr id="44" name="Block break"/>
          <p:cNvSpPr/>
          <p:nvPr/>
        </p:nvSpPr>
        <p:spPr>
          <a:xfrm>
            <a:off x="4549078" y="4587632"/>
            <a:ext cx="2372621" cy="80884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5" name="Box 35"/>
          <p:cNvSpPr/>
          <p:nvPr/>
        </p:nvSpPr>
        <p:spPr>
          <a:xfrm>
            <a:off x="4549078" y="4587632"/>
            <a:ext cx="310058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break</a:t>
            </a:r>
          </a:p>
        </p:txBody>
      </p:sp>
      <p:sp>
        <p:nvSpPr>
          <p:cNvPr id="46" name="Box 36"/>
          <p:cNvSpPr/>
          <p:nvPr/>
        </p:nvSpPr>
        <p:spPr>
          <a:xfrm>
            <a:off x="4899579" y="4587632"/>
            <a:ext cx="1981678" cy="10784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[try]</a:t>
            </a:r>
          </a:p>
        </p:txBody>
      </p:sp>
      <p:cxnSp>
        <p:nvCxnSpPr>
          <p:cNvPr id="47" name="Connector 37"/>
          <p:cNvCxnSpPr/>
          <p:nvPr/>
        </p:nvCxnSpPr>
        <p:spPr>
          <a:xfrm>
            <a:off x="4549078" y="5012277"/>
            <a:ext cx="2372621" cy="1"/>
          </a:xfrm>
          <a:prstGeom prst="line">
            <a:avLst/>
          </a:prstGeom>
          <a:ln w="6740">
            <a:solidFill>
              <a:srgbClr val="7F7F7F"/>
            </a:solidFill>
            <a:prstDash val="dash"/>
          </a:ln>
        </p:spPr>
      </p:cxnSp>
      <p:sp>
        <p:nvSpPr>
          <p:cNvPr id="48" name="Box 38"/>
          <p:cNvSpPr/>
          <p:nvPr/>
        </p:nvSpPr>
        <p:spPr>
          <a:xfrm>
            <a:off x="4589520" y="5025758"/>
            <a:ext cx="2291737" cy="9436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[catch]</a:t>
            </a:r>
          </a:p>
        </p:txBody>
      </p:sp>
      <p:sp>
        <p:nvSpPr>
          <p:cNvPr id="51" name="Block opt"/>
          <p:cNvSpPr/>
          <p:nvPr/>
        </p:nvSpPr>
        <p:spPr>
          <a:xfrm>
            <a:off x="3605422" y="5490846"/>
            <a:ext cx="3316278" cy="4111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52" name="Box 42"/>
          <p:cNvSpPr/>
          <p:nvPr/>
        </p:nvSpPr>
        <p:spPr>
          <a:xfrm>
            <a:off x="3605422" y="5490846"/>
            <a:ext cx="229174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opt</a:t>
            </a:r>
          </a:p>
        </p:txBody>
      </p:sp>
      <p:cxnSp>
        <p:nvCxnSpPr>
          <p:cNvPr id="57" name="Connector 47"/>
          <p:cNvCxnSpPr/>
          <p:nvPr/>
        </p:nvCxnSpPr>
        <p:spPr>
          <a:xfrm>
            <a:off x="3848076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62" name="Connector 52"/>
          <p:cNvCxnSpPr/>
          <p:nvPr/>
        </p:nvCxnSpPr>
        <p:spPr>
          <a:xfrm>
            <a:off x="4791732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67" name="Connector 57"/>
          <p:cNvCxnSpPr/>
          <p:nvPr/>
        </p:nvCxnSpPr>
        <p:spPr>
          <a:xfrm>
            <a:off x="5735389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72" name="Connector 62"/>
          <p:cNvCxnSpPr/>
          <p:nvPr/>
        </p:nvCxnSpPr>
        <p:spPr>
          <a:xfrm>
            <a:off x="6679045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77" name="Connector 67"/>
          <p:cNvCxnSpPr/>
          <p:nvPr/>
        </p:nvCxnSpPr>
        <p:spPr>
          <a:xfrm>
            <a:off x="7622701" y="3300215"/>
            <a:ext cx="1" cy="2736603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sp>
        <p:nvSpPr>
          <p:cNvPr id="18" name="Activation"/>
          <p:cNvSpPr/>
          <p:nvPr/>
        </p:nvSpPr>
        <p:spPr>
          <a:xfrm>
            <a:off x="5701687" y="2066722"/>
            <a:ext cx="67404" cy="276356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39" name="Activation"/>
          <p:cNvSpPr/>
          <p:nvPr/>
        </p:nvSpPr>
        <p:spPr>
          <a:xfrm>
            <a:off x="6645343" y="1830808"/>
            <a:ext cx="67404" cy="2702901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11" name="Box 1"/>
          <p:cNvSpPr/>
          <p:nvPr/>
        </p:nvSpPr>
        <p:spPr>
          <a:xfrm>
            <a:off x="3409950" y="1069142"/>
            <a:ext cx="4650877" cy="1213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50" dirty="0">
                <a:solidFill>
                  <a:srgbClr val="333333"/>
                </a:solidFill>
              </a:rPr>
              <a:t>Booking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4791732" y="1830808"/>
            <a:ext cx="1853611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3" name="Box 3"/>
          <p:cNvSpPr/>
          <p:nvPr/>
        </p:nvSpPr>
        <p:spPr>
          <a:xfrm>
            <a:off x="4818694" y="1689259"/>
            <a:ext cx="179968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book(id)</a:t>
            </a:r>
          </a:p>
        </p:txBody>
      </p:sp>
      <p:cxnSp>
        <p:nvCxnSpPr>
          <p:cNvPr id="14" name="Connector 4"/>
          <p:cNvCxnSpPr/>
          <p:nvPr/>
        </p:nvCxnSpPr>
        <p:spPr>
          <a:xfrm flipH="1">
            <a:off x="5769091" y="2066722"/>
            <a:ext cx="876252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5" name="Box 5"/>
          <p:cNvSpPr/>
          <p:nvPr/>
        </p:nvSpPr>
        <p:spPr>
          <a:xfrm>
            <a:off x="5796052" y="1925173"/>
            <a:ext cx="82232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find(id)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5769091" y="2302636"/>
            <a:ext cx="876252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17" name="Box 7"/>
          <p:cNvSpPr/>
          <p:nvPr/>
        </p:nvSpPr>
        <p:spPr>
          <a:xfrm>
            <a:off x="5796052" y="2161087"/>
            <a:ext cx="82232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row</a:t>
            </a:r>
          </a:p>
        </p:txBody>
      </p:sp>
      <p:cxnSp>
        <p:nvCxnSpPr>
          <p:cNvPr id="19" name="Connector 9"/>
          <p:cNvCxnSpPr/>
          <p:nvPr/>
        </p:nvCxnSpPr>
        <p:spPr>
          <a:xfrm flipH="1">
            <a:off x="5735389" y="2713800"/>
            <a:ext cx="909954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20" name="Box 10"/>
          <p:cNvSpPr/>
          <p:nvPr/>
        </p:nvSpPr>
        <p:spPr>
          <a:xfrm>
            <a:off x="5762350" y="2572252"/>
            <a:ext cx="856031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save(id)</a:t>
            </a:r>
          </a:p>
        </p:txBody>
      </p:sp>
      <p:cxnSp>
        <p:nvCxnSpPr>
          <p:cNvPr id="21" name="Connector 11"/>
          <p:cNvCxnSpPr/>
          <p:nvPr/>
        </p:nvCxnSpPr>
        <p:spPr>
          <a:xfrm>
            <a:off x="5735389" y="2949714"/>
            <a:ext cx="909954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22" name="Box 12"/>
          <p:cNvSpPr/>
          <p:nvPr/>
        </p:nvSpPr>
        <p:spPr>
          <a:xfrm>
            <a:off x="5762350" y="2808166"/>
            <a:ext cx="856031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order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6712747" y="3185628"/>
            <a:ext cx="606636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24" name="Box 14"/>
          <p:cNvSpPr/>
          <p:nvPr/>
        </p:nvSpPr>
        <p:spPr>
          <a:xfrm>
            <a:off x="6685111" y="3044080"/>
            <a:ext cx="66190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new Mailer(id)</a:t>
            </a:r>
          </a:p>
        </p:txBody>
      </p:sp>
      <p:cxnSp>
        <p:nvCxnSpPr>
          <p:cNvPr id="25" name="Connector 15"/>
          <p:cNvCxnSpPr/>
          <p:nvPr/>
        </p:nvCxnSpPr>
        <p:spPr>
          <a:xfrm flipH="1">
            <a:off x="4791732" y="3657457"/>
            <a:ext cx="1853611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26" name="Box 16"/>
          <p:cNvSpPr/>
          <p:nvPr/>
        </p:nvSpPr>
        <p:spPr>
          <a:xfrm>
            <a:off x="4818694" y="3515908"/>
            <a:ext cx="179968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sold_out</a:t>
            </a:r>
          </a:p>
        </p:txBody>
      </p:sp>
      <p:cxnSp>
        <p:nvCxnSpPr>
          <p:cNvPr id="32" name="Connector 22"/>
          <p:cNvCxnSpPr/>
          <p:nvPr/>
        </p:nvCxnSpPr>
        <p:spPr>
          <a:xfrm flipH="1">
            <a:off x="5735389" y="4162987"/>
            <a:ext cx="909954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3" name="Box 23"/>
          <p:cNvSpPr/>
          <p:nvPr/>
        </p:nvSpPr>
        <p:spPr>
          <a:xfrm>
            <a:off x="5762350" y="4021438"/>
            <a:ext cx="856031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poll</a:t>
            </a:r>
          </a:p>
        </p:txBody>
      </p:sp>
      <p:cxnSp>
        <p:nvCxnSpPr>
          <p:cNvPr id="37" name="Connector 27"/>
          <p:cNvCxnSpPr/>
          <p:nvPr/>
        </p:nvCxnSpPr>
        <p:spPr>
          <a:xfrm flipH="1">
            <a:off x="4791732" y="4493266"/>
            <a:ext cx="1853611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38" name="Box 28"/>
          <p:cNvSpPr/>
          <p:nvPr/>
        </p:nvSpPr>
        <p:spPr>
          <a:xfrm>
            <a:off x="4818694" y="4351718"/>
            <a:ext cx="179968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ok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791732" y="4904431"/>
            <a:ext cx="1887313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41" name="Box 31"/>
          <p:cNvSpPr/>
          <p:nvPr/>
        </p:nvSpPr>
        <p:spPr>
          <a:xfrm>
            <a:off x="4818694" y="4762882"/>
            <a:ext cx="183338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confirm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4791732" y="5302115"/>
            <a:ext cx="1887313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43" name="Box 33"/>
          <p:cNvSpPr/>
          <p:nvPr/>
        </p:nvSpPr>
        <p:spPr>
          <a:xfrm>
            <a:off x="4818694" y="5160566"/>
            <a:ext cx="183338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cancel</a:t>
            </a:r>
          </a:p>
        </p:txBody>
      </p:sp>
      <p:cxnSp>
        <p:nvCxnSpPr>
          <p:cNvPr id="49" name="Connector 39"/>
          <p:cNvCxnSpPr/>
          <p:nvPr/>
        </p:nvCxnSpPr>
        <p:spPr>
          <a:xfrm>
            <a:off x="3848076" y="5807645"/>
            <a:ext cx="2830969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50" name="Box 40"/>
          <p:cNvSpPr/>
          <p:nvPr/>
        </p:nvSpPr>
        <p:spPr>
          <a:xfrm>
            <a:off x="3875038" y="5666096"/>
            <a:ext cx="2777045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audit()</a:t>
            </a:r>
          </a:p>
        </p:txBody>
      </p:sp>
      <p:sp>
        <p:nvSpPr>
          <p:cNvPr id="54" name="Box 44"/>
          <p:cNvSpPr/>
          <p:nvPr/>
        </p:nvSpPr>
        <p:spPr>
          <a:xfrm>
            <a:off x="3544758" y="1365720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Starter</a:t>
            </a:r>
          </a:p>
        </p:txBody>
      </p:sp>
      <p:sp>
        <p:nvSpPr>
          <p:cNvPr id="56" name="Box 46"/>
          <p:cNvSpPr/>
          <p:nvPr/>
        </p:nvSpPr>
        <p:spPr>
          <a:xfrm>
            <a:off x="3544758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Starter</a:t>
            </a:r>
          </a:p>
        </p:txBody>
      </p:sp>
      <p:sp>
        <p:nvSpPr>
          <p:cNvPr id="59" name="Box 49"/>
          <p:cNvSpPr/>
          <p:nvPr/>
        </p:nvSpPr>
        <p:spPr>
          <a:xfrm>
            <a:off x="4488414" y="1365720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Client</a:t>
            </a:r>
          </a:p>
        </p:txBody>
      </p:sp>
      <p:sp>
        <p:nvSpPr>
          <p:cNvPr id="61" name="Box 51"/>
          <p:cNvSpPr/>
          <p:nvPr/>
        </p:nvSpPr>
        <p:spPr>
          <a:xfrm>
            <a:off x="4488414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Client</a:t>
            </a:r>
          </a:p>
        </p:txBody>
      </p:sp>
      <p:sp>
        <p:nvSpPr>
          <p:cNvPr id="64" name="Box 54"/>
          <p:cNvSpPr/>
          <p:nvPr/>
        </p:nvSpPr>
        <p:spPr>
          <a:xfrm>
            <a:off x="5432070" y="1365720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DB</a:t>
            </a:r>
          </a:p>
        </p:txBody>
      </p:sp>
      <p:sp>
        <p:nvSpPr>
          <p:cNvPr id="66" name="Box 56"/>
          <p:cNvSpPr/>
          <p:nvPr/>
        </p:nvSpPr>
        <p:spPr>
          <a:xfrm>
            <a:off x="5432070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DB</a:t>
            </a:r>
          </a:p>
        </p:txBody>
      </p:sp>
      <p:sp>
        <p:nvSpPr>
          <p:cNvPr id="69" name="Box 59"/>
          <p:cNvSpPr/>
          <p:nvPr/>
        </p:nvSpPr>
        <p:spPr>
          <a:xfrm>
            <a:off x="6268217" y="1365720"/>
            <a:ext cx="821655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Booking Service</a:t>
            </a:r>
          </a:p>
        </p:txBody>
      </p:sp>
      <p:sp>
        <p:nvSpPr>
          <p:cNvPr id="71" name="Box 61"/>
          <p:cNvSpPr/>
          <p:nvPr/>
        </p:nvSpPr>
        <p:spPr>
          <a:xfrm>
            <a:off x="6268217" y="6104222"/>
            <a:ext cx="821655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Booking Service</a:t>
            </a:r>
          </a:p>
        </p:txBody>
      </p:sp>
      <p:sp>
        <p:nvSpPr>
          <p:cNvPr id="74" name="Box 64"/>
          <p:cNvSpPr/>
          <p:nvPr/>
        </p:nvSpPr>
        <p:spPr>
          <a:xfrm>
            <a:off x="7319383" y="3138446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Mailer</a:t>
            </a:r>
          </a:p>
        </p:txBody>
      </p:sp>
      <p:sp>
        <p:nvSpPr>
          <p:cNvPr id="76" name="Box 66"/>
          <p:cNvSpPr/>
          <p:nvPr/>
        </p:nvSpPr>
        <p:spPr>
          <a:xfrm>
            <a:off x="7319383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Mailer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zenuml.md</dc:title>
  <dc:creator>md2nativedocx</dc:creator>
  <cp:lastModifiedBy>md2nativedocx</cp:lastModifiedBy>
  <dcterms:created xsi:type="dcterms:W3CDTF">2026-10-05T12:06:36Z</dcterms:created>
  <dcterms:modified xsi:type="dcterms:W3CDTF">2026-10-05T12:06:36Z</dcterms:modified>
</cp:coreProperties>
</file>