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Word verification — nested-3-levels</a:t>
            </a:r>
          </a:p>
        </p:txBody>
      </p:sp>
      <p:sp>
        <p:nvSpPr>
          <p:cNvPr id="19" name="Niveau 1 (container)"/>
          <p:cNvSpPr/>
          <p:nvPr/>
        </p:nvSpPr>
        <p:spPr>
          <a:xfrm>
            <a:off x="3472085" y="102870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0" name="Niveau 1"/>
          <p:cNvSpPr/>
          <p:nvPr/>
        </p:nvSpPr>
        <p:spPr>
          <a:xfrm>
            <a:off x="3472085" y="102870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1</a:t>
            </a:r>
          </a:p>
        </p:txBody>
      </p:sp>
      <p:sp>
        <p:nvSpPr>
          <p:cNvPr id="21" name="Niveau 2 (container)"/>
          <p:cNvSpPr/>
          <p:nvPr/>
        </p:nvSpPr>
        <p:spPr>
          <a:xfrm>
            <a:off x="3409950" y="2815085"/>
            <a:ext cx="86644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2" name="Niveau 2"/>
          <p:cNvSpPr/>
          <p:nvPr/>
        </p:nvSpPr>
        <p:spPr>
          <a:xfrm>
            <a:off x="3409950" y="2815085"/>
            <a:ext cx="86644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2</a:t>
            </a:r>
          </a:p>
        </p:txBody>
      </p:sp>
      <p:sp>
        <p:nvSpPr>
          <p:cNvPr id="23" name="Niveau 3 (container)"/>
          <p:cNvSpPr/>
          <p:nvPr/>
        </p:nvSpPr>
        <p:spPr>
          <a:xfrm>
            <a:off x="3472085" y="4601470"/>
            <a:ext cx="742170" cy="1441190"/>
          </a:xfrm>
          <a:prstGeom prst="rect">
            <a:avLst/>
          </a:prstGeom>
          <a:solidFill>
            <a:srgbClr val="E8E8E8">
              <a:alpha val="40000"/>
            </a:srgbClr>
          </a:solidFill>
          <a:ln w="9525">
            <a:solidFill>
              <a:srgbClr val="999999"/>
            </a:solidFill>
            <a:prstDash val="dash"/>
          </a:ln>
        </p:spPr>
      </p:sp>
      <p:sp>
        <p:nvSpPr>
          <p:cNvPr id="24" name="Niveau 3"/>
          <p:cNvSpPr/>
          <p:nvPr/>
        </p:nvSpPr>
        <p:spPr>
          <a:xfrm>
            <a:off x="3472085" y="4601470"/>
            <a:ext cx="742170" cy="103559"/>
          </a:xfrm>
          <a:prstGeom prst="rect">
            <a:avLst/>
          </a:prstGeom>
          <a:noFill/>
          <a:ln w="0">
            <a:noFill/>
          </a:ln>
        </p:spPr>
        <p:txBody>
          <a:bodyPr lIns="41423" tIns="20712" rIns="41423" bIns="20712" anchor="ctr" anchorCtr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Niveau 3</a:t>
            </a:r>
          </a:p>
        </p:txBody>
      </p:sp>
      <p:sp>
        <p:nvSpPr>
          <p:cNvPr id="12" name="Un" descr="A"/>
          <p:cNvSpPr/>
          <p:nvPr/>
        </p:nvSpPr>
        <p:spPr>
          <a:xfrm>
            <a:off x="3692147" y="1304856"/>
            <a:ext cx="302046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Un</a:t>
            </a:r>
          </a:p>
        </p:txBody>
      </p:sp>
      <p:sp>
        <p:nvSpPr>
          <p:cNvPr id="13" name="Deux" descr="B"/>
          <p:cNvSpPr/>
          <p:nvPr/>
        </p:nvSpPr>
        <p:spPr>
          <a:xfrm>
            <a:off x="3644683" y="1973672"/>
            <a:ext cx="396974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Deux</a:t>
            </a:r>
          </a:p>
        </p:txBody>
      </p:sp>
      <p:sp>
        <p:nvSpPr>
          <p:cNvPr id="14" name="Trois" descr="C"/>
          <p:cNvSpPr/>
          <p:nvPr/>
        </p:nvSpPr>
        <p:spPr>
          <a:xfrm>
            <a:off x="3613615" y="3091241"/>
            <a:ext cx="459110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Trois</a:t>
            </a:r>
          </a:p>
        </p:txBody>
      </p:sp>
      <p:sp>
        <p:nvSpPr>
          <p:cNvPr id="15" name="Quatre" descr="D"/>
          <p:cNvSpPr/>
          <p:nvPr/>
        </p:nvSpPr>
        <p:spPr>
          <a:xfrm>
            <a:off x="3582548" y="3760057"/>
            <a:ext cx="521245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Quatre</a:t>
            </a:r>
          </a:p>
        </p:txBody>
      </p:sp>
      <p:sp>
        <p:nvSpPr>
          <p:cNvPr id="16" name="Cinq" descr="E"/>
          <p:cNvSpPr/>
          <p:nvPr/>
        </p:nvSpPr>
        <p:spPr>
          <a:xfrm>
            <a:off x="3644683" y="4877626"/>
            <a:ext cx="396974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Cinq</a:t>
            </a:r>
          </a:p>
        </p:txBody>
      </p:sp>
      <p:sp>
        <p:nvSpPr>
          <p:cNvPr id="17" name="Six" descr="F"/>
          <p:cNvSpPr/>
          <p:nvPr/>
        </p:nvSpPr>
        <p:spPr>
          <a:xfrm>
            <a:off x="3675750" y="5546442"/>
            <a:ext cx="334839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Six</a:t>
            </a:r>
          </a:p>
        </p:txBody>
      </p:sp>
      <p:sp>
        <p:nvSpPr>
          <p:cNvPr id="18" name="Sept" descr="G"/>
          <p:cNvSpPr/>
          <p:nvPr/>
        </p:nvSpPr>
        <p:spPr>
          <a:xfrm>
            <a:off x="3644683" y="6077180"/>
            <a:ext cx="396974" cy="323620"/>
          </a:xfrm>
          <a:prstGeom prst="rect">
            <a:avLst/>
          </a:prstGeom>
          <a:solidFill>
            <a:srgbClr val="D9E2F3"/>
          </a:solidFill>
          <a:ln w="5753" cap="flat" cmpd="sng" algn="ctr">
            <a:solidFill>
              <a:srgbClr val="2F5496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1423" tIns="20712" rIns="41423" bIns="2071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550" dirty="0">
                <a:solidFill>
                  <a:srgbClr val="000000"/>
                </a:solidFill>
              </a:rPr>
              <a:t>Sept</a:t>
            </a:r>
          </a:p>
        </p:txBody>
      </p:sp>
      <p:cxnSp>
        <p:nvCxnSpPr>
          <p:cNvPr id="25" name="A--B"/>
          <p:cNvCxnSpPr>
            <a:stCxn id="12" idx="2"/>
            <a:endCxn id="13" idx="0"/>
          </p:cNvCxnSpPr>
          <p:nvPr/>
        </p:nvCxnSpPr>
        <p:spPr>
          <a:xfrm>
            <a:off x="3843170" y="162847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--D"/>
          <p:cNvCxnSpPr>
            <a:stCxn id="14" idx="2"/>
            <a:endCxn id="15" idx="0"/>
          </p:cNvCxnSpPr>
          <p:nvPr/>
        </p:nvCxnSpPr>
        <p:spPr>
          <a:xfrm>
            <a:off x="3843170" y="3414862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E--F"/>
          <p:cNvCxnSpPr>
            <a:stCxn id="16" idx="2"/>
            <a:endCxn id="17" idx="0"/>
          </p:cNvCxnSpPr>
          <p:nvPr/>
        </p:nvCxnSpPr>
        <p:spPr>
          <a:xfrm>
            <a:off x="3843170" y="5201247"/>
            <a:ext cx="0" cy="345195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D--E"/>
          <p:cNvCxnSpPr>
            <a:stCxn id="15" idx="2"/>
            <a:endCxn id="16" idx="0"/>
          </p:cNvCxnSpPr>
          <p:nvPr/>
        </p:nvCxnSpPr>
        <p:spPr>
          <a:xfrm>
            <a:off x="3843170" y="4083677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B--C"/>
          <p:cNvCxnSpPr>
            <a:stCxn id="13" idx="2"/>
            <a:endCxn id="14" idx="0"/>
          </p:cNvCxnSpPr>
          <p:nvPr/>
        </p:nvCxnSpPr>
        <p:spPr>
          <a:xfrm>
            <a:off x="3843170" y="2297292"/>
            <a:ext cx="0" cy="793949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F--G"/>
          <p:cNvCxnSpPr>
            <a:stCxn id="17" idx="2"/>
            <a:endCxn id="18" idx="0"/>
          </p:cNvCxnSpPr>
          <p:nvPr/>
        </p:nvCxnSpPr>
        <p:spPr>
          <a:xfrm>
            <a:off x="3843170" y="5870062"/>
            <a:ext cx="0" cy="207118"/>
          </a:xfrm>
          <a:prstGeom prst="line">
            <a:avLst/>
          </a:prstGeom>
          <a:ln w="5753" cap="flat" cmpd="sng" algn="ctr">
            <a:solidFill>
              <a:srgbClr val="2F5496"/>
            </a:solidFill>
            <a:prstDash val="soli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nested-3-levels.md</dc:title>
  <dc:creator>md2nativedocx</dc:creator>
  <cp:lastModifiedBy>md2nativedocx</cp:lastModifiedBy>
  <dcterms:created xsi:type="dcterms:W3CDTF">2026-10-05T11:54:27Z</dcterms:created>
  <dcterms:modified xsi:type="dcterms:W3CDTF">2026-10-05T11:54:27Z</dcterms:modified>
</cp:coreProperties>
</file>