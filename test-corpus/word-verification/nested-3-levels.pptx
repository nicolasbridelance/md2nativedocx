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nested-3-levels</a:t>
            </a:r>
          </a:p>
        </p:txBody>
      </p:sp>
      <p:sp>
        <p:nvSpPr>
          <p:cNvPr id="19" name="Niveau 1 (container)"/>
          <p:cNvSpPr/>
          <p:nvPr/>
        </p:nvSpPr>
        <p:spPr>
          <a:xfrm>
            <a:off x="1350677" y="102870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Niveau 1"/>
          <p:cNvSpPr/>
          <p:nvPr/>
        </p:nvSpPr>
        <p:spPr>
          <a:xfrm>
            <a:off x="1350677" y="102870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1</a:t>
            </a:r>
          </a:p>
        </p:txBody>
      </p:sp>
      <p:sp>
        <p:nvSpPr>
          <p:cNvPr id="21" name="Niveau 2 (container)"/>
          <p:cNvSpPr/>
          <p:nvPr/>
        </p:nvSpPr>
        <p:spPr>
          <a:xfrm>
            <a:off x="1288542" y="2815085"/>
            <a:ext cx="86644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Niveau 2"/>
          <p:cNvSpPr/>
          <p:nvPr/>
        </p:nvSpPr>
        <p:spPr>
          <a:xfrm>
            <a:off x="1288542" y="2815085"/>
            <a:ext cx="86644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2</a:t>
            </a:r>
          </a:p>
        </p:txBody>
      </p:sp>
      <p:sp>
        <p:nvSpPr>
          <p:cNvPr id="23" name="Niveau 3 (container)"/>
          <p:cNvSpPr/>
          <p:nvPr/>
        </p:nvSpPr>
        <p:spPr>
          <a:xfrm>
            <a:off x="1350677" y="460147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4" name="Niveau 3"/>
          <p:cNvSpPr/>
          <p:nvPr/>
        </p:nvSpPr>
        <p:spPr>
          <a:xfrm>
            <a:off x="1350677" y="460147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3</a:t>
            </a:r>
          </a:p>
        </p:txBody>
      </p:sp>
      <p:sp>
        <p:nvSpPr>
          <p:cNvPr id="12" name="Un" descr="A"/>
          <p:cNvSpPr/>
          <p:nvPr/>
        </p:nvSpPr>
        <p:spPr>
          <a:xfrm>
            <a:off x="1570739" y="1304856"/>
            <a:ext cx="302046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Un</a:t>
            </a:r>
          </a:p>
        </p:txBody>
      </p:sp>
      <p:sp>
        <p:nvSpPr>
          <p:cNvPr id="13" name="Deux" descr="B"/>
          <p:cNvSpPr/>
          <p:nvPr/>
        </p:nvSpPr>
        <p:spPr>
          <a:xfrm>
            <a:off x="1523275" y="1973672"/>
            <a:ext cx="396974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Deux</a:t>
            </a:r>
          </a:p>
        </p:txBody>
      </p:sp>
      <p:sp>
        <p:nvSpPr>
          <p:cNvPr id="14" name="Trois" descr="C"/>
          <p:cNvSpPr/>
          <p:nvPr/>
        </p:nvSpPr>
        <p:spPr>
          <a:xfrm>
            <a:off x="1492207" y="3091241"/>
            <a:ext cx="459110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Trois</a:t>
            </a:r>
          </a:p>
        </p:txBody>
      </p:sp>
      <p:sp>
        <p:nvSpPr>
          <p:cNvPr id="15" name="Quatre" descr="D"/>
          <p:cNvSpPr/>
          <p:nvPr/>
        </p:nvSpPr>
        <p:spPr>
          <a:xfrm>
            <a:off x="1461140" y="3760057"/>
            <a:ext cx="521245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Quatre</a:t>
            </a:r>
          </a:p>
        </p:txBody>
      </p:sp>
      <p:sp>
        <p:nvSpPr>
          <p:cNvPr id="16" name="Cinq" descr="E"/>
          <p:cNvSpPr/>
          <p:nvPr/>
        </p:nvSpPr>
        <p:spPr>
          <a:xfrm>
            <a:off x="1523275" y="4877626"/>
            <a:ext cx="396974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Cinq</a:t>
            </a:r>
          </a:p>
        </p:txBody>
      </p:sp>
      <p:sp>
        <p:nvSpPr>
          <p:cNvPr id="17" name="Six" descr="F"/>
          <p:cNvSpPr/>
          <p:nvPr/>
        </p:nvSpPr>
        <p:spPr>
          <a:xfrm>
            <a:off x="1554342" y="5546442"/>
            <a:ext cx="334839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Six</a:t>
            </a:r>
          </a:p>
        </p:txBody>
      </p:sp>
      <p:sp>
        <p:nvSpPr>
          <p:cNvPr id="18" name="Sept" descr="G"/>
          <p:cNvSpPr/>
          <p:nvPr/>
        </p:nvSpPr>
        <p:spPr>
          <a:xfrm>
            <a:off x="1523275" y="6077180"/>
            <a:ext cx="396974" cy="323620"/>
          </a:xfrm>
          <a:prstGeom prst="rect">
            <a:avLst/>
          </a:prstGeom>
          <a:solidFill>
            <a:srgbClr val="D9E2F3"/>
          </a:solidFill>
          <a:ln w="5753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Sept</a:t>
            </a:r>
          </a:p>
        </p:txBody>
      </p:sp>
      <p:cxnSp>
        <p:nvCxnSpPr>
          <p:cNvPr id="25" name="A--B"/>
          <p:cNvCxnSpPr>
            <a:stCxn id="12" idx="2"/>
            <a:endCxn id="13" idx="0"/>
          </p:cNvCxnSpPr>
          <p:nvPr/>
        </p:nvCxnSpPr>
        <p:spPr>
          <a:xfrm>
            <a:off x="1721762" y="162847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1721762" y="3414862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--F"/>
          <p:cNvCxnSpPr>
            <a:stCxn id="16" idx="2"/>
            <a:endCxn id="17" idx="0"/>
          </p:cNvCxnSpPr>
          <p:nvPr/>
        </p:nvCxnSpPr>
        <p:spPr>
          <a:xfrm>
            <a:off x="1721762" y="520124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>
            <a:off x="1721762" y="4083677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--C"/>
          <p:cNvCxnSpPr>
            <a:stCxn id="13" idx="2"/>
            <a:endCxn id="14" idx="0"/>
          </p:cNvCxnSpPr>
          <p:nvPr/>
        </p:nvCxnSpPr>
        <p:spPr>
          <a:xfrm>
            <a:off x="1721762" y="2297292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--G"/>
          <p:cNvCxnSpPr>
            <a:stCxn id="17" idx="2"/>
            <a:endCxn id="18" idx="0"/>
          </p:cNvCxnSpPr>
          <p:nvPr/>
        </p:nvCxnSpPr>
        <p:spPr>
          <a:xfrm>
            <a:off x="1721762" y="5870062"/>
            <a:ext cx="0" cy="207118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subgraph L1[Niveau 1]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A[Un] --&gt; B[Deux]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subgraph L2[Niveau 2]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C[Trois] --&gt; D[Quatre]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subgraph L3[Niveau 3]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E[Cinq] --&gt; F[Six]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D --&gt; 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B --&gt; 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 --&gt; G[Sept]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nested-3-levels.md</dc:title>
  <dc:creator>md2nativedocx</dc:creator>
  <cp:lastModifiedBy>md2nativedocx</cp:lastModifiedBy>
  <dcterms:created xsi:type="dcterms:W3CDTF">2026-10-05T12:12:52Z</dcterms:created>
  <dcterms:modified xsi:type="dcterms:W3CDTF">2026-10-05T12:12:52Z</dcterms:modified>
</cp:coreProperties>
</file>