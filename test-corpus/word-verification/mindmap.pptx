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mindmap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604413" y="4098110"/>
            <a:ext cx="670127" cy="773368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2" name="Connector 2"/>
          <p:cNvCxnSpPr/>
          <p:nvPr/>
        </p:nvCxnSpPr>
        <p:spPr>
          <a:xfrm flipV="1">
            <a:off x="7274540" y="4674711"/>
            <a:ext cx="1293595" cy="196767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3" name="Connector 3"/>
          <p:cNvCxnSpPr/>
          <p:nvPr/>
        </p:nvCxnSpPr>
        <p:spPr>
          <a:xfrm>
            <a:off x="7274540" y="4871478"/>
            <a:ext cx="670127" cy="773368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4" name="Connector 4"/>
          <p:cNvCxnSpPr/>
          <p:nvPr/>
        </p:nvCxnSpPr>
        <p:spPr>
          <a:xfrm flipV="1">
            <a:off x="6895678" y="4871478"/>
            <a:ext cx="378862" cy="1252425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5" name="Connector 5"/>
          <p:cNvCxnSpPr/>
          <p:nvPr/>
        </p:nvCxnSpPr>
        <p:spPr>
          <a:xfrm flipV="1">
            <a:off x="5743547" y="4098110"/>
            <a:ext cx="860866" cy="553244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6" name="Connector 6"/>
          <p:cNvCxnSpPr/>
          <p:nvPr/>
        </p:nvCxnSpPr>
        <p:spPr>
          <a:xfrm>
            <a:off x="5743547" y="4651354"/>
            <a:ext cx="10667" cy="1308432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7" name="Connector 7"/>
          <p:cNvCxnSpPr/>
          <p:nvPr/>
        </p:nvCxnSpPr>
        <p:spPr>
          <a:xfrm flipV="1">
            <a:off x="4640690" y="4651354"/>
            <a:ext cx="1102857" cy="23357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8" name="Connector 8"/>
          <p:cNvCxnSpPr/>
          <p:nvPr/>
        </p:nvCxnSpPr>
        <p:spPr>
          <a:xfrm flipV="1">
            <a:off x="4021817" y="4674711"/>
            <a:ext cx="618873" cy="1083133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9" name="Connector 9"/>
          <p:cNvCxnSpPr/>
          <p:nvPr/>
        </p:nvCxnSpPr>
        <p:spPr>
          <a:xfrm>
            <a:off x="3534475" y="4098110"/>
            <a:ext cx="1106215" cy="576601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20" name="Connector 10"/>
          <p:cNvCxnSpPr/>
          <p:nvPr/>
        </p:nvCxnSpPr>
        <p:spPr>
          <a:xfrm>
            <a:off x="6179313" y="3167272"/>
            <a:ext cx="425100" cy="93083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1" name="Connector 11"/>
          <p:cNvCxnSpPr/>
          <p:nvPr/>
        </p:nvCxnSpPr>
        <p:spPr>
          <a:xfrm>
            <a:off x="5264158" y="2551374"/>
            <a:ext cx="915155" cy="61589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2" name="Connector 12"/>
          <p:cNvCxnSpPr/>
          <p:nvPr/>
        </p:nvCxnSpPr>
        <p:spPr>
          <a:xfrm>
            <a:off x="4021817" y="2438376"/>
            <a:ext cx="1242341" cy="11299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3" name="Connector 13"/>
          <p:cNvCxnSpPr/>
          <p:nvPr/>
        </p:nvCxnSpPr>
        <p:spPr>
          <a:xfrm flipV="1">
            <a:off x="5264158" y="1305596"/>
            <a:ext cx="64957" cy="124577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4" name="Connector 14"/>
          <p:cNvCxnSpPr/>
          <p:nvPr/>
        </p:nvCxnSpPr>
        <p:spPr>
          <a:xfrm flipV="1">
            <a:off x="6179313" y="2072316"/>
            <a:ext cx="716365" cy="1094956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5" name="Connector 15"/>
          <p:cNvCxnSpPr/>
          <p:nvPr/>
        </p:nvCxnSpPr>
        <p:spPr>
          <a:xfrm flipV="1">
            <a:off x="6604413" y="3544865"/>
            <a:ext cx="860865" cy="553245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cxnSp>
        <p:nvCxnSpPr>
          <p:cNvPr id="26" name="Connector 16"/>
          <p:cNvCxnSpPr/>
          <p:nvPr/>
        </p:nvCxnSpPr>
        <p:spPr>
          <a:xfrm flipV="1">
            <a:off x="7465278" y="2551374"/>
            <a:ext cx="479389" cy="993491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cxnSp>
        <p:nvCxnSpPr>
          <p:cNvPr id="27" name="Connector 17"/>
          <p:cNvCxnSpPr/>
          <p:nvPr/>
        </p:nvCxnSpPr>
        <p:spPr>
          <a:xfrm flipV="1">
            <a:off x="7465278" y="3521509"/>
            <a:ext cx="1102857" cy="23356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sp>
        <p:nvSpPr>
          <p:cNvPr id="28" name="Project Plan"/>
          <p:cNvSpPr/>
          <p:nvPr/>
        </p:nvSpPr>
        <p:spPr>
          <a:xfrm>
            <a:off x="6000297" y="3953642"/>
            <a:ext cx="1208231" cy="288935"/>
          </a:xfrm>
          <a:prstGeom prst="ellipse">
            <a:avLst/>
          </a:prstGeom>
          <a:solidFill>
            <a:srgbClr val="404040"/>
          </a:solidFill>
          <a:ln w="6019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</a:rPr>
              <a:t>Project Plan</a:t>
            </a:r>
          </a:p>
        </p:txBody>
      </p:sp>
      <p:sp>
        <p:nvSpPr>
          <p:cNvPr id="29" name="Research"/>
          <p:cNvSpPr/>
          <p:nvPr/>
        </p:nvSpPr>
        <p:spPr>
          <a:xfrm>
            <a:off x="6974469" y="4775166"/>
            <a:ext cx="600143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30" name="Market analysis"/>
          <p:cNvSpPr/>
          <p:nvPr/>
        </p:nvSpPr>
        <p:spPr>
          <a:xfrm>
            <a:off x="8168441" y="4578399"/>
            <a:ext cx="799388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Market analysis</a:t>
            </a:r>
          </a:p>
        </p:txBody>
      </p:sp>
      <p:sp>
        <p:nvSpPr>
          <p:cNvPr id="31" name="Competitor review"/>
          <p:cNvSpPr/>
          <p:nvPr/>
        </p:nvSpPr>
        <p:spPr>
          <a:xfrm>
            <a:off x="7505245" y="5548534"/>
            <a:ext cx="878845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Competitor review</a:t>
            </a:r>
          </a:p>
        </p:txBody>
      </p:sp>
      <p:sp>
        <p:nvSpPr>
          <p:cNvPr id="32" name="User interviews"/>
          <p:cNvSpPr/>
          <p:nvPr/>
        </p:nvSpPr>
        <p:spPr>
          <a:xfrm>
            <a:off x="6495984" y="6027592"/>
            <a:ext cx="799388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User interviews</a:t>
            </a:r>
          </a:p>
        </p:txBody>
      </p:sp>
      <p:sp>
        <p:nvSpPr>
          <p:cNvPr id="33" name="Design"/>
          <p:cNvSpPr/>
          <p:nvPr/>
        </p:nvSpPr>
        <p:spPr>
          <a:xfrm>
            <a:off x="5490428" y="4555043"/>
            <a:ext cx="506239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34" name="Wireframes"/>
          <p:cNvSpPr/>
          <p:nvPr/>
        </p:nvSpPr>
        <p:spPr>
          <a:xfrm>
            <a:off x="5443909" y="5863474"/>
            <a:ext cx="620609" cy="192624"/>
          </a:xfrm>
          <a:prstGeom prst="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Wireframes</a:t>
            </a:r>
          </a:p>
        </p:txBody>
      </p:sp>
      <p:sp>
        <p:nvSpPr>
          <p:cNvPr id="35" name="Moodboard"/>
          <p:cNvSpPr/>
          <p:nvPr/>
        </p:nvSpPr>
        <p:spPr>
          <a:xfrm>
            <a:off x="4259205" y="4578399"/>
            <a:ext cx="762970" cy="192624"/>
          </a:xfrm>
          <a:prstGeom prst="cloud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Moodboard</a:t>
            </a:r>
          </a:p>
        </p:txBody>
      </p:sp>
      <p:sp>
        <p:nvSpPr>
          <p:cNvPr id="36" name="Colors"/>
          <p:cNvSpPr/>
          <p:nvPr/>
        </p:nvSpPr>
        <p:spPr>
          <a:xfrm>
            <a:off x="3790970" y="5661532"/>
            <a:ext cx="461695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Colors</a:t>
            </a:r>
          </a:p>
        </p:txBody>
      </p:sp>
      <p:sp>
        <p:nvSpPr>
          <p:cNvPr id="37" name="Typography"/>
          <p:cNvSpPr/>
          <p:nvPr/>
        </p:nvSpPr>
        <p:spPr>
          <a:xfrm>
            <a:off x="3224171" y="4001798"/>
            <a:ext cx="620609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Typography</a:t>
            </a:r>
          </a:p>
        </p:txBody>
      </p:sp>
      <p:sp>
        <p:nvSpPr>
          <p:cNvPr id="38" name="Engineering"/>
          <p:cNvSpPr/>
          <p:nvPr/>
        </p:nvSpPr>
        <p:spPr>
          <a:xfrm>
            <a:off x="5717062" y="3070960"/>
            <a:ext cx="924503" cy="192624"/>
          </a:xfrm>
          <a:prstGeom prst="hexagon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39" name="Backend"/>
          <p:cNvSpPr/>
          <p:nvPr/>
        </p:nvSpPr>
        <p:spPr>
          <a:xfrm>
            <a:off x="5013447" y="2455062"/>
            <a:ext cx="501423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40" name="API"/>
          <p:cNvSpPr/>
          <p:nvPr/>
        </p:nvSpPr>
        <p:spPr>
          <a:xfrm>
            <a:off x="3841232" y="2342065"/>
            <a:ext cx="361169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41" name="Database"/>
          <p:cNvSpPr/>
          <p:nvPr/>
        </p:nvSpPr>
        <p:spPr>
          <a:xfrm>
            <a:off x="5058539" y="1209285"/>
            <a:ext cx="541152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42" name="Frontend"/>
          <p:cNvSpPr/>
          <p:nvPr/>
        </p:nvSpPr>
        <p:spPr>
          <a:xfrm>
            <a:off x="6625102" y="1976005"/>
            <a:ext cx="541152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3" name="Launch"/>
          <p:cNvSpPr/>
          <p:nvPr/>
        </p:nvSpPr>
        <p:spPr>
          <a:xfrm>
            <a:off x="7212159" y="3448554"/>
            <a:ext cx="506239" cy="192624"/>
          </a:xfrm>
          <a:prstGeom prst="roundRect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44" name="Marketing"/>
          <p:cNvSpPr/>
          <p:nvPr/>
        </p:nvSpPr>
        <p:spPr>
          <a:xfrm>
            <a:off x="7490347" y="2455062"/>
            <a:ext cx="908641" cy="192624"/>
          </a:xfrm>
          <a:prstGeom prst="irregularSeal2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45" name="Support"/>
          <p:cNvSpPr/>
          <p:nvPr/>
        </p:nvSpPr>
        <p:spPr>
          <a:xfrm>
            <a:off x="8317424" y="3425197"/>
            <a:ext cx="501423" cy="192624"/>
          </a:xfrm>
          <a:prstGeom prst="roundRect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mindmap.md</dc:title>
  <dc:creator>md2nativedocx</dc:creator>
  <cp:lastModifiedBy>md2nativedocx</cp:lastModifiedBy>
  <dcterms:created xsi:type="dcterms:W3CDTF">2026-10-05T11:54:26Z</dcterms:created>
  <dcterms:modified xsi:type="dcterms:W3CDTF">2026-10-05T11:54:26Z</dcterms:modified>
</cp:coreProperties>
</file>