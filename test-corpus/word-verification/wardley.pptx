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wardley</a:t>
            </a:r>
          </a:p>
        </p:txBody>
      </p:sp>
      <p:sp>
        <p:nvSpPr>
          <p:cNvPr id="11" name="Box 1"/>
          <p:cNvSpPr/>
          <p:nvPr/>
        </p:nvSpPr>
        <p:spPr>
          <a:xfrm>
            <a:off x="1899047" y="1079063"/>
            <a:ext cx="8393906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950" dirty="0">
                <a:solidFill>
                  <a:srgbClr val="000000"/>
                </a:solidFill>
              </a:rPr>
              <a:t>Tea Shop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2301955" y="5997893"/>
            <a:ext cx="7588091" cy="1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13" name="Connector 3"/>
          <p:cNvCxnSpPr/>
          <p:nvPr/>
        </p:nvCxnSpPr>
        <p:spPr>
          <a:xfrm>
            <a:off x="2301955" y="1532334"/>
            <a:ext cx="1" cy="4465559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sp>
        <p:nvSpPr>
          <p:cNvPr id="14" name="Box 4"/>
          <p:cNvSpPr/>
          <p:nvPr/>
        </p:nvSpPr>
        <p:spPr>
          <a:xfrm>
            <a:off x="2301955" y="1330881"/>
            <a:ext cx="1007269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900" dirty="0">
                <a:solidFill>
                  <a:srgbClr val="000000"/>
                </a:solidFill>
              </a:rPr>
              <a:t>Visibility</a:t>
            </a:r>
          </a:p>
        </p:txBody>
      </p:sp>
      <p:sp>
        <p:nvSpPr>
          <p:cNvPr id="15" name="Box 5"/>
          <p:cNvSpPr/>
          <p:nvPr/>
        </p:nvSpPr>
        <p:spPr>
          <a:xfrm>
            <a:off x="2301955" y="6199346"/>
            <a:ext cx="7588091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900" dirty="0">
                <a:solidFill>
                  <a:srgbClr val="000000"/>
                </a:solidFill>
              </a:rPr>
              <a:t>Evolution</a:t>
            </a:r>
          </a:p>
        </p:txBody>
      </p:sp>
      <p:sp>
        <p:nvSpPr>
          <p:cNvPr id="16" name="Box 6"/>
          <p:cNvSpPr/>
          <p:nvPr/>
        </p:nvSpPr>
        <p:spPr>
          <a:xfrm>
            <a:off x="2301955" y="6031468"/>
            <a:ext cx="1897023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Genesis</a:t>
            </a:r>
          </a:p>
        </p:txBody>
      </p:sp>
      <p:cxnSp>
        <p:nvCxnSpPr>
          <p:cNvPr id="17" name="Connector 7"/>
          <p:cNvCxnSpPr/>
          <p:nvPr/>
        </p:nvCxnSpPr>
        <p:spPr>
          <a:xfrm>
            <a:off x="4198977" y="1532334"/>
            <a:ext cx="1" cy="4465559"/>
          </a:xfrm>
          <a:prstGeom prst="line">
            <a:avLst/>
          </a:prstGeom>
          <a:ln w="8394">
            <a:solidFill>
              <a:srgbClr val="808080"/>
            </a:solidFill>
            <a:prstDash val="dash"/>
          </a:ln>
        </p:spPr>
      </p:cxnSp>
      <p:sp>
        <p:nvSpPr>
          <p:cNvPr id="18" name="Box 8"/>
          <p:cNvSpPr/>
          <p:nvPr/>
        </p:nvSpPr>
        <p:spPr>
          <a:xfrm>
            <a:off x="4198977" y="6031468"/>
            <a:ext cx="1897023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Custom Built</a:t>
            </a:r>
          </a:p>
        </p:txBody>
      </p:sp>
      <p:cxnSp>
        <p:nvCxnSpPr>
          <p:cNvPr id="19" name="Connector 9"/>
          <p:cNvCxnSpPr/>
          <p:nvPr/>
        </p:nvCxnSpPr>
        <p:spPr>
          <a:xfrm>
            <a:off x="6096000" y="1532334"/>
            <a:ext cx="1" cy="4465559"/>
          </a:xfrm>
          <a:prstGeom prst="line">
            <a:avLst/>
          </a:prstGeom>
          <a:ln w="8394">
            <a:solidFill>
              <a:srgbClr val="808080"/>
            </a:solidFill>
            <a:prstDash val="dash"/>
          </a:ln>
        </p:spPr>
      </p:cxnSp>
      <p:sp>
        <p:nvSpPr>
          <p:cNvPr id="20" name="Box 10"/>
          <p:cNvSpPr/>
          <p:nvPr/>
        </p:nvSpPr>
        <p:spPr>
          <a:xfrm>
            <a:off x="6096000" y="6031468"/>
            <a:ext cx="1897023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Product</a:t>
            </a:r>
          </a:p>
        </p:txBody>
      </p:sp>
      <p:cxnSp>
        <p:nvCxnSpPr>
          <p:cNvPr id="21" name="Connector 11"/>
          <p:cNvCxnSpPr/>
          <p:nvPr/>
        </p:nvCxnSpPr>
        <p:spPr>
          <a:xfrm>
            <a:off x="7993023" y="1532334"/>
            <a:ext cx="1" cy="4465559"/>
          </a:xfrm>
          <a:prstGeom prst="line">
            <a:avLst/>
          </a:prstGeom>
          <a:ln w="8394">
            <a:solidFill>
              <a:srgbClr val="808080"/>
            </a:solidFill>
            <a:prstDash val="dash"/>
          </a:ln>
        </p:spPr>
      </p:cxnSp>
      <p:sp>
        <p:nvSpPr>
          <p:cNvPr id="22" name="Box 12"/>
          <p:cNvSpPr/>
          <p:nvPr/>
        </p:nvSpPr>
        <p:spPr>
          <a:xfrm>
            <a:off x="7993023" y="6031468"/>
            <a:ext cx="1897023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Commodity</a:t>
            </a:r>
          </a:p>
        </p:txBody>
      </p:sp>
      <p:sp>
        <p:nvSpPr>
          <p:cNvPr id="23" name="Pipeline"/>
          <p:cNvSpPr/>
          <p:nvPr/>
        </p:nvSpPr>
        <p:spPr>
          <a:xfrm>
            <a:off x="5666568" y="3976976"/>
            <a:ext cx="1617674" cy="201454"/>
          </a:xfrm>
          <a:prstGeom prst="roundRect">
            <a:avLst/>
          </a:prstGeom>
          <a:noFill/>
          <a:ln w="9525">
            <a:solidFill>
              <a:srgbClr val="000000"/>
            </a:solidFill>
          </a:ln>
        </p:spPr>
      </p:sp>
      <p:cxnSp>
        <p:nvCxnSpPr>
          <p:cNvPr id="24" name="Connector 14"/>
          <p:cNvCxnSpPr/>
          <p:nvPr/>
        </p:nvCxnSpPr>
        <p:spPr>
          <a:xfrm>
            <a:off x="5792476" y="4077703"/>
            <a:ext cx="1365857" cy="1"/>
          </a:xfrm>
          <a:prstGeom prst="line">
            <a:avLst/>
          </a:prstGeom>
          <a:ln w="8394">
            <a:solidFill>
              <a:srgbClr val="000000"/>
            </a:solidFill>
            <a:prstDash val="dash"/>
          </a:ln>
        </p:spPr>
      </p:cxnSp>
      <p:cxnSp>
        <p:nvCxnSpPr>
          <p:cNvPr id="25" name="Connector 15"/>
          <p:cNvCxnSpPr/>
          <p:nvPr/>
        </p:nvCxnSpPr>
        <p:spPr>
          <a:xfrm flipH="1">
            <a:off x="6941154" y="1804877"/>
            <a:ext cx="130834" cy="615960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26" name="Connector 16"/>
          <p:cNvCxnSpPr/>
          <p:nvPr/>
        </p:nvCxnSpPr>
        <p:spPr>
          <a:xfrm flipH="1">
            <a:off x="6974747" y="1780014"/>
            <a:ext cx="1201862" cy="665685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27" name="Connector 17"/>
          <p:cNvCxnSpPr/>
          <p:nvPr/>
        </p:nvCxnSpPr>
        <p:spPr>
          <a:xfrm>
            <a:off x="6980001" y="2480344"/>
            <a:ext cx="1191354" cy="247449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28" name="Connector 18"/>
          <p:cNvCxnSpPr/>
          <p:nvPr/>
        </p:nvCxnSpPr>
        <p:spPr>
          <a:xfrm>
            <a:off x="6976256" y="2491554"/>
            <a:ext cx="1426486" cy="671585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29" name="Connector 19"/>
          <p:cNvCxnSpPr/>
          <p:nvPr/>
        </p:nvCxnSpPr>
        <p:spPr>
          <a:xfrm>
            <a:off x="6969324" y="2502411"/>
            <a:ext cx="1364469" cy="1141082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30" name="Connector 20"/>
          <p:cNvCxnSpPr/>
          <p:nvPr/>
        </p:nvCxnSpPr>
        <p:spPr>
          <a:xfrm>
            <a:off x="8384308" y="3724744"/>
            <a:ext cx="128001" cy="527294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31" name="Connector 21"/>
          <p:cNvCxnSpPr/>
          <p:nvPr/>
        </p:nvCxnSpPr>
        <p:spPr>
          <a:xfrm flipH="1">
            <a:off x="6531672" y="3683355"/>
            <a:ext cx="1790962" cy="271656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sp>
        <p:nvSpPr>
          <p:cNvPr id="32" name="Box 22"/>
          <p:cNvSpPr/>
          <p:nvPr/>
        </p:nvSpPr>
        <p:spPr>
          <a:xfrm>
            <a:off x="7277020" y="3843906"/>
            <a:ext cx="318968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000000"/>
                </a:solidFill>
              </a:rPr>
              <a:t>boils</a:t>
            </a:r>
          </a:p>
        </p:txBody>
      </p:sp>
      <p:cxnSp>
        <p:nvCxnSpPr>
          <p:cNvPr id="33" name="Connector 23"/>
          <p:cNvCxnSpPr/>
          <p:nvPr/>
        </p:nvCxnSpPr>
        <p:spPr>
          <a:xfrm>
            <a:off x="6508562" y="4009799"/>
            <a:ext cx="1075714" cy="1500605"/>
          </a:xfrm>
          <a:prstGeom prst="line">
            <a:avLst/>
          </a:prstGeom>
          <a:ln w="8394">
            <a:solidFill>
              <a:srgbClr val="000000"/>
            </a:solidFill>
            <a:prstDash val="dash"/>
          </a:ln>
        </p:spPr>
      </p:cxnSp>
      <p:cxnSp>
        <p:nvCxnSpPr>
          <p:cNvPr id="34" name="Connector 24"/>
          <p:cNvCxnSpPr/>
          <p:nvPr/>
        </p:nvCxnSpPr>
        <p:spPr>
          <a:xfrm>
            <a:off x="3868596" y="4669765"/>
            <a:ext cx="3695999" cy="870032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35" name="Connector 25"/>
          <p:cNvCxnSpPr/>
          <p:nvPr/>
        </p:nvCxnSpPr>
        <p:spPr>
          <a:xfrm>
            <a:off x="8451724" y="3234838"/>
            <a:ext cx="69050" cy="1015895"/>
          </a:xfrm>
          <a:prstGeom prst="line">
            <a:avLst/>
          </a:prstGeom>
          <a:ln w="8394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6" name="Connector 26"/>
          <p:cNvCxnSpPr/>
          <p:nvPr/>
        </p:nvCxnSpPr>
        <p:spPr>
          <a:xfrm>
            <a:off x="6525768" y="3963545"/>
            <a:ext cx="480803" cy="1"/>
          </a:xfrm>
          <a:prstGeom prst="line">
            <a:avLst/>
          </a:prstGeom>
          <a:ln w="8394">
            <a:solidFill>
              <a:srgbClr val="DC3545"/>
            </a:solidFill>
            <a:prstDash val="dash"/>
            <a:tailEnd type="triangle" w="sm" len="sm"/>
          </a:ln>
        </p:spPr>
      </p:cxnSp>
      <p:sp>
        <p:nvSpPr>
          <p:cNvPr id="37" name="Shape 27"/>
          <p:cNvSpPr/>
          <p:nvPr/>
        </p:nvSpPr>
        <p:spPr>
          <a:xfrm>
            <a:off x="7032089" y="1705249"/>
            <a:ext cx="100727" cy="100727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</p:sp>
      <p:sp>
        <p:nvSpPr>
          <p:cNvPr id="38" name="Box 28"/>
          <p:cNvSpPr/>
          <p:nvPr/>
        </p:nvSpPr>
        <p:spPr>
          <a:xfrm>
            <a:off x="7183179" y="1587734"/>
            <a:ext cx="612755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800" dirty="0">
                <a:solidFill>
                  <a:srgbClr val="000000"/>
                </a:solidFill>
              </a:rPr>
              <a:t>Business</a:t>
            </a:r>
          </a:p>
        </p:txBody>
      </p:sp>
      <p:sp>
        <p:nvSpPr>
          <p:cNvPr id="39" name="Shape 29"/>
          <p:cNvSpPr/>
          <p:nvPr/>
        </p:nvSpPr>
        <p:spPr>
          <a:xfrm>
            <a:off x="8170302" y="1705249"/>
            <a:ext cx="100727" cy="100727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</p:sp>
      <p:sp>
        <p:nvSpPr>
          <p:cNvPr id="40" name="Box 30"/>
          <p:cNvSpPr/>
          <p:nvPr/>
        </p:nvSpPr>
        <p:spPr>
          <a:xfrm>
            <a:off x="8321393" y="1587734"/>
            <a:ext cx="478453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800" dirty="0">
                <a:solidFill>
                  <a:srgbClr val="000000"/>
                </a:solidFill>
              </a:rPr>
              <a:t>Public</a:t>
            </a:r>
          </a:p>
        </p:txBody>
      </p:sp>
      <p:sp>
        <p:nvSpPr>
          <p:cNvPr id="41" name="Shape 31"/>
          <p:cNvSpPr/>
          <p:nvPr/>
        </p:nvSpPr>
        <p:spPr>
          <a:xfrm>
            <a:off x="6880327" y="2419738"/>
            <a:ext cx="100727" cy="1007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42" name="Box 32"/>
          <p:cNvSpPr/>
          <p:nvPr/>
        </p:nvSpPr>
        <p:spPr>
          <a:xfrm>
            <a:off x="6317935" y="2486889"/>
            <a:ext cx="587573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Cup of Tea</a:t>
            </a:r>
          </a:p>
        </p:txBody>
      </p:sp>
      <p:sp>
        <p:nvSpPr>
          <p:cNvPr id="43" name="Shape 33"/>
          <p:cNvSpPr/>
          <p:nvPr/>
        </p:nvSpPr>
        <p:spPr>
          <a:xfrm>
            <a:off x="8170302" y="2687672"/>
            <a:ext cx="100727" cy="1007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44" name="Box 34"/>
          <p:cNvSpPr/>
          <p:nvPr/>
        </p:nvSpPr>
        <p:spPr>
          <a:xfrm>
            <a:off x="8321393" y="2670884"/>
            <a:ext cx="243423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Cup</a:t>
            </a:r>
          </a:p>
        </p:txBody>
      </p:sp>
      <p:sp>
        <p:nvSpPr>
          <p:cNvPr id="45" name="Shape 35"/>
          <p:cNvSpPr/>
          <p:nvPr/>
        </p:nvSpPr>
        <p:spPr>
          <a:xfrm>
            <a:off x="8397945" y="3134227"/>
            <a:ext cx="100727" cy="1007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46" name="Box 36"/>
          <p:cNvSpPr/>
          <p:nvPr/>
        </p:nvSpPr>
        <p:spPr>
          <a:xfrm>
            <a:off x="8549035" y="3117440"/>
            <a:ext cx="243423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Tea</a:t>
            </a:r>
          </a:p>
        </p:txBody>
      </p:sp>
      <p:sp>
        <p:nvSpPr>
          <p:cNvPr id="47" name="Shape 37"/>
          <p:cNvSpPr/>
          <p:nvPr/>
        </p:nvSpPr>
        <p:spPr>
          <a:xfrm>
            <a:off x="8322064" y="3625439"/>
            <a:ext cx="100727" cy="1007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48" name="Box 38"/>
          <p:cNvSpPr/>
          <p:nvPr/>
        </p:nvSpPr>
        <p:spPr>
          <a:xfrm>
            <a:off x="8473154" y="3608651"/>
            <a:ext cx="562392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Hot Water</a:t>
            </a:r>
          </a:p>
        </p:txBody>
      </p:sp>
      <p:sp>
        <p:nvSpPr>
          <p:cNvPr id="49" name="Shape 39"/>
          <p:cNvSpPr/>
          <p:nvPr/>
        </p:nvSpPr>
        <p:spPr>
          <a:xfrm>
            <a:off x="8458717" y="4235508"/>
            <a:ext cx="130945" cy="130945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50" name="Box 40"/>
          <p:cNvSpPr/>
          <p:nvPr/>
        </p:nvSpPr>
        <p:spPr>
          <a:xfrm>
            <a:off x="8624916" y="4233829"/>
            <a:ext cx="360938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Water</a:t>
            </a:r>
          </a:p>
        </p:txBody>
      </p:sp>
      <p:sp>
        <p:nvSpPr>
          <p:cNvPr id="51" name="Pipeline parent"/>
          <p:cNvSpPr/>
          <p:nvPr/>
        </p:nvSpPr>
        <p:spPr>
          <a:xfrm>
            <a:off x="6435114" y="3923255"/>
            <a:ext cx="80582" cy="80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52" name="Connector 42"/>
          <p:cNvCxnSpPr/>
          <p:nvPr/>
        </p:nvCxnSpPr>
        <p:spPr>
          <a:xfrm>
            <a:off x="6559344" y="3913182"/>
            <a:ext cx="1" cy="100727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sp>
        <p:nvSpPr>
          <p:cNvPr id="53" name="Box 43"/>
          <p:cNvSpPr/>
          <p:nvPr/>
        </p:nvSpPr>
        <p:spPr>
          <a:xfrm>
            <a:off x="6576132" y="3896394"/>
            <a:ext cx="411301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Kettle</a:t>
            </a:r>
          </a:p>
        </p:txBody>
      </p:sp>
      <p:sp>
        <p:nvSpPr>
          <p:cNvPr id="54" name="Shape 44"/>
          <p:cNvSpPr/>
          <p:nvPr/>
        </p:nvSpPr>
        <p:spPr>
          <a:xfrm>
            <a:off x="3754100" y="4592753"/>
            <a:ext cx="130945" cy="115836"/>
          </a:xfrm>
          <a:custGeom>
            <a:avLst/>
            <a:gdLst/>
            <a:ahLst/>
            <a:cxnLst/>
            <a:rect l="0" t="0" r="0" b="0"/>
            <a:pathLst>
              <a:path w="130945" h="115836">
                <a:moveTo>
                  <a:pt x="65473" y="0"/>
                </a:moveTo>
                <a:lnTo>
                  <a:pt x="130945" y="115836"/>
                </a:lnTo>
                <a:lnTo>
                  <a:pt x="0" y="11583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8394">
            <a:solidFill>
              <a:srgbClr val="000000"/>
            </a:solidFill>
          </a:ln>
        </p:spPr>
      </p:sp>
      <p:sp>
        <p:nvSpPr>
          <p:cNvPr id="55" name="Box 45"/>
          <p:cNvSpPr/>
          <p:nvPr/>
        </p:nvSpPr>
        <p:spPr>
          <a:xfrm>
            <a:off x="3920300" y="4591074"/>
            <a:ext cx="411301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Boiler</a:t>
            </a:r>
          </a:p>
        </p:txBody>
      </p:sp>
      <p:sp>
        <p:nvSpPr>
          <p:cNvPr id="56" name="Outsource"/>
          <p:cNvSpPr/>
          <p:nvPr/>
        </p:nvSpPr>
        <p:spPr>
          <a:xfrm>
            <a:off x="7563255" y="5500973"/>
            <a:ext cx="100727" cy="10072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57" name="Box 47"/>
          <p:cNvSpPr/>
          <p:nvPr/>
        </p:nvSpPr>
        <p:spPr>
          <a:xfrm>
            <a:off x="7714345" y="5484185"/>
            <a:ext cx="360938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Power</a:t>
            </a:r>
          </a:p>
        </p:txBody>
      </p:sp>
      <p:sp>
        <p:nvSpPr>
          <p:cNvPr id="58" name="Shape 48"/>
          <p:cNvSpPr/>
          <p:nvPr/>
        </p:nvSpPr>
        <p:spPr>
          <a:xfrm>
            <a:off x="7107969" y="4027339"/>
            <a:ext cx="100727" cy="1007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59" name="Box 49"/>
          <p:cNvSpPr/>
          <p:nvPr/>
        </p:nvSpPr>
        <p:spPr>
          <a:xfrm>
            <a:off x="7259060" y="4010551"/>
            <a:ext cx="889754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Electric Kettle</a:t>
            </a:r>
          </a:p>
        </p:txBody>
      </p:sp>
      <p:sp>
        <p:nvSpPr>
          <p:cNvPr id="60" name="Shape 50"/>
          <p:cNvSpPr/>
          <p:nvPr/>
        </p:nvSpPr>
        <p:spPr>
          <a:xfrm>
            <a:off x="5742113" y="4027339"/>
            <a:ext cx="100727" cy="1007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61" name="Box 51"/>
          <p:cNvSpPr/>
          <p:nvPr/>
        </p:nvSpPr>
        <p:spPr>
          <a:xfrm>
            <a:off x="5893203" y="4010551"/>
            <a:ext cx="612755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Gas Kettle</a:t>
            </a:r>
          </a:p>
        </p:txBody>
      </p:sp>
      <p:sp>
        <p:nvSpPr>
          <p:cNvPr id="62" name="Box 52"/>
          <p:cNvSpPr/>
          <p:nvPr/>
        </p:nvSpPr>
        <p:spPr>
          <a:xfrm>
            <a:off x="5716596" y="5618152"/>
            <a:ext cx="2753201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800" dirty="0">
                <a:solidFill>
                  <a:srgbClr val="595959"/>
                </a:solidFill>
              </a:rPr>
              <a:t>Standardising power allows Kettles to evolve faster</a:t>
            </a:r>
          </a:p>
        </p:txBody>
      </p:sp>
      <p:cxnSp>
        <p:nvCxnSpPr>
          <p:cNvPr id="63" name="Connector 53"/>
          <p:cNvCxnSpPr/>
          <p:nvPr/>
        </p:nvCxnSpPr>
        <p:spPr>
          <a:xfrm>
            <a:off x="4393716" y="3229246"/>
            <a:ext cx="369332" cy="1"/>
          </a:xfrm>
          <a:prstGeom prst="line">
            <a:avLst/>
          </a:prstGeom>
          <a:ln w="8394">
            <a:solidFill>
              <a:srgbClr val="DC3545"/>
            </a:solidFill>
            <a:prstDash val="solid"/>
            <a:tailEnd type="triangle" w="sm" len="sm"/>
          </a:ln>
        </p:spPr>
      </p:cxnSp>
      <p:sp>
        <p:nvSpPr>
          <p:cNvPr id="64" name="Box 54"/>
          <p:cNvSpPr/>
          <p:nvPr/>
        </p:nvSpPr>
        <p:spPr>
          <a:xfrm>
            <a:off x="4242626" y="3279610"/>
            <a:ext cx="671513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000000"/>
                </a:solidFill>
              </a:rPr>
              <a:t>Open Source</a:t>
            </a:r>
          </a:p>
        </p:txBody>
      </p:sp>
      <p:sp>
        <p:nvSpPr>
          <p:cNvPr id="65" name="Shape 55"/>
          <p:cNvSpPr/>
          <p:nvPr/>
        </p:nvSpPr>
        <p:spPr>
          <a:xfrm>
            <a:off x="4511231" y="5037630"/>
            <a:ext cx="134303" cy="13430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66" name="Box 56"/>
          <p:cNvSpPr/>
          <p:nvPr/>
        </p:nvSpPr>
        <p:spPr>
          <a:xfrm>
            <a:off x="4511231" y="5037630"/>
            <a:ext cx="134303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7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7" name="Annotations"/>
          <p:cNvSpPr/>
          <p:nvPr/>
        </p:nvSpPr>
        <p:spPr>
          <a:xfrm>
            <a:off x="2453716" y="5462026"/>
            <a:ext cx="1309449" cy="1930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68" name="Box 58"/>
          <p:cNvSpPr/>
          <p:nvPr/>
        </p:nvSpPr>
        <p:spPr>
          <a:xfrm>
            <a:off x="2487292" y="5495601"/>
            <a:ext cx="1242298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1. Standardising power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wardley.md</dc:title>
  <dc:creator>md2nativedocx</dc:creator>
  <cp:lastModifiedBy>md2nativedocx</cp:lastModifiedBy>
  <dcterms:created xsi:type="dcterms:W3CDTF">2026-10-05T11:54:33Z</dcterms:created>
  <dcterms:modified xsi:type="dcterms:W3CDTF">2026-10-05T11:54:33Z</dcterms:modified>
</cp:coreProperties>
</file>