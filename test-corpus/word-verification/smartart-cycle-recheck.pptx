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Cycle SmartArt (sanite check)</a:t>
            </a:r>
          </a:p>
        </p:txBody>
      </p:sp>
      <p:sp>
        <p:nvSpPr>
          <p:cNvPr id="12" name="A" descr="A"/>
          <p:cNvSpPr/>
          <p:nvPr/>
        </p:nvSpPr>
        <p:spPr>
          <a:xfrm>
            <a:off x="5851814" y="1028700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328557" y="3191494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5851814" y="5354287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 flipH="1">
            <a:off x="5816930" y="2075213"/>
            <a:ext cx="523257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2"/>
            <a:endCxn id="14" idx="0"/>
          </p:cNvCxnSpPr>
          <p:nvPr/>
        </p:nvCxnSpPr>
        <p:spPr>
          <a:xfrm>
            <a:off x="5816930" y="4238006"/>
            <a:ext cx="523257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0"/>
            <a:endCxn id="12" idx="2"/>
          </p:cNvCxnSpPr>
          <p:nvPr/>
        </p:nvCxnSpPr>
        <p:spPr>
          <a:xfrm flipV="1">
            <a:off x="6340187" y="2075213"/>
            <a:ext cx="0" cy="327907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smartart-cycle-recheck.md</dc:title>
  <dc:creator>md2nativedocx</dc:creator>
  <cp:lastModifiedBy>md2nativedocx</cp:lastModifiedBy>
  <dcterms:created xsi:type="dcterms:W3CDTF">2026-10-05T12:06:32Z</dcterms:created>
  <dcterms:modified xsi:type="dcterms:W3CDTF">2026-10-05T12:06:32Z</dcterms:modified>
</cp:coreProperties>
</file>