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Cycle SmartArt (sanite check)</a:t>
            </a:r>
          </a:p>
        </p:txBody>
      </p:sp>
      <p:sp>
        <p:nvSpPr>
          <p:cNvPr id="12" name="A" descr="A"/>
          <p:cNvSpPr/>
          <p:nvPr/>
        </p:nvSpPr>
        <p:spPr>
          <a:xfrm>
            <a:off x="3730406" y="1028700"/>
            <a:ext cx="976745" cy="1046513"/>
          </a:xfrm>
          <a:prstGeom prst="rect">
            <a:avLst/>
          </a:prstGeom>
          <a:solidFill>
            <a:srgbClr val="D9E2F3"/>
          </a:solidFill>
          <a:ln w="186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3207149" y="3191494"/>
            <a:ext cx="976745" cy="1046513"/>
          </a:xfrm>
          <a:prstGeom prst="rect">
            <a:avLst/>
          </a:prstGeom>
          <a:solidFill>
            <a:srgbClr val="D9E2F3"/>
          </a:solidFill>
          <a:ln w="186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3730406" y="5354287"/>
            <a:ext cx="976745" cy="1046513"/>
          </a:xfrm>
          <a:prstGeom prst="rect">
            <a:avLst/>
          </a:prstGeom>
          <a:solidFill>
            <a:srgbClr val="D9E2F3"/>
          </a:solidFill>
          <a:ln w="186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 flipH="1">
            <a:off x="3695522" y="2075213"/>
            <a:ext cx="523257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2"/>
            <a:endCxn id="14" idx="0"/>
          </p:cNvCxnSpPr>
          <p:nvPr/>
        </p:nvCxnSpPr>
        <p:spPr>
          <a:xfrm>
            <a:off x="3695522" y="4238006"/>
            <a:ext cx="523257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--A"/>
          <p:cNvCxnSpPr>
            <a:stCxn id="14" idx="0"/>
            <a:endCxn id="12" idx="2"/>
          </p:cNvCxnSpPr>
          <p:nvPr/>
        </p:nvCxnSpPr>
        <p:spPr>
          <a:xfrm flipV="1">
            <a:off x="4218779" y="2075213"/>
            <a:ext cx="0" cy="327907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graph TD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A --&gt; B --&gt; C --&gt;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smartart-cycle-recheck.md</dc:title>
  <dc:creator>md2nativedocx</dc:creator>
  <cp:lastModifiedBy>md2nativedocx</cp:lastModifiedBy>
  <dcterms:created xsi:type="dcterms:W3CDTF">2026-10-05T12:12:56Z</dcterms:created>
  <dcterms:modified xsi:type="dcterms:W3CDTF">2026-10-05T12:12:56Z</dcterms:modified>
</cp:coreProperties>
</file>