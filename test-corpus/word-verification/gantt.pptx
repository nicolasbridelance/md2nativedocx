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gantt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457200" y="2180665"/>
            <a:ext cx="11277600" cy="4422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2031" dirty="0">
                <a:solidFill>
                  <a:srgbClr val="000000"/>
                </a:solidFill>
              </a:rPr>
              <a:t>Adoption d'un logiciel</a:t>
            </a:r>
          </a:p>
        </p:txBody>
      </p:sp>
      <p:sp>
        <p:nvSpPr>
          <p:cNvPr id="12" name="Shape 2"/>
          <p:cNvSpPr/>
          <p:nvPr/>
        </p:nvSpPr>
        <p:spPr>
          <a:xfrm>
            <a:off x="3912347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" name="Shape 3"/>
          <p:cNvSpPr/>
          <p:nvPr/>
        </p:nvSpPr>
        <p:spPr>
          <a:xfrm>
            <a:off x="4216400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" name="Shape 4"/>
          <p:cNvSpPr/>
          <p:nvPr/>
        </p:nvSpPr>
        <p:spPr>
          <a:xfrm>
            <a:off x="604071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" name="Shape 5"/>
          <p:cNvSpPr/>
          <p:nvPr/>
        </p:nvSpPr>
        <p:spPr>
          <a:xfrm>
            <a:off x="634477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" name="Shape 6"/>
          <p:cNvSpPr/>
          <p:nvPr/>
        </p:nvSpPr>
        <p:spPr>
          <a:xfrm>
            <a:off x="816908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" name="Shape 7"/>
          <p:cNvSpPr/>
          <p:nvPr/>
        </p:nvSpPr>
        <p:spPr>
          <a:xfrm>
            <a:off x="847314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" name="Shape 8"/>
          <p:cNvSpPr/>
          <p:nvPr/>
        </p:nvSpPr>
        <p:spPr>
          <a:xfrm>
            <a:off x="10297459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9" name="Shape 9"/>
          <p:cNvSpPr/>
          <p:nvPr/>
        </p:nvSpPr>
        <p:spPr>
          <a:xfrm>
            <a:off x="10601512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Shape 10"/>
          <p:cNvSpPr/>
          <p:nvPr/>
        </p:nvSpPr>
        <p:spPr>
          <a:xfrm>
            <a:off x="2392082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2392082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01-05</a:t>
            </a:r>
          </a:p>
        </p:txBody>
      </p:sp>
      <p:sp>
        <p:nvSpPr>
          <p:cNvPr id="22" name="Shape 12"/>
          <p:cNvSpPr/>
          <p:nvPr/>
        </p:nvSpPr>
        <p:spPr>
          <a:xfrm>
            <a:off x="4520453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4520453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01-12</a:t>
            </a:r>
          </a:p>
        </p:txBody>
      </p:sp>
      <p:sp>
        <p:nvSpPr>
          <p:cNvPr id="24" name="Shape 14"/>
          <p:cNvSpPr/>
          <p:nvPr/>
        </p:nvSpPr>
        <p:spPr>
          <a:xfrm>
            <a:off x="664882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664882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01-19</a:t>
            </a:r>
          </a:p>
        </p:txBody>
      </p:sp>
      <p:sp>
        <p:nvSpPr>
          <p:cNvPr id="26" name="Shape 16"/>
          <p:cNvSpPr/>
          <p:nvPr/>
        </p:nvSpPr>
        <p:spPr>
          <a:xfrm>
            <a:off x="877719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877719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01-26</a:t>
            </a:r>
          </a:p>
        </p:txBody>
      </p:sp>
      <p:sp>
        <p:nvSpPr>
          <p:cNvPr id="28" name="Shape 18"/>
          <p:cNvSpPr/>
          <p:nvPr/>
        </p:nvSpPr>
        <p:spPr>
          <a:xfrm>
            <a:off x="10905565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9" name="Text 19"/>
          <p:cNvSpPr txBox="1"/>
          <p:nvPr/>
        </p:nvSpPr>
        <p:spPr>
          <a:xfrm>
            <a:off x="10905565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02-02</a:t>
            </a:r>
          </a:p>
        </p:txBody>
      </p:sp>
      <p:sp>
        <p:nvSpPr>
          <p:cNvPr id="30" name="Shape 20"/>
          <p:cNvSpPr/>
          <p:nvPr/>
        </p:nvSpPr>
        <p:spPr>
          <a:xfrm>
            <a:off x="2392082" y="2982259"/>
            <a:ext cx="9121588" cy="2266576"/>
          </a:xfrm>
          <a:prstGeom prst="rect">
            <a:avLst/>
          </a:prstGeom>
          <a:noFill/>
          <a:ln w="9214">
            <a:solidFill>
              <a:srgbClr val="BFBFBF"/>
            </a:solidFill>
          </a:ln>
        </p:spPr>
      </p:sp>
      <p:sp>
        <p:nvSpPr>
          <p:cNvPr id="31" name="Shape 21"/>
          <p:cNvSpPr/>
          <p:nvPr/>
        </p:nvSpPr>
        <p:spPr>
          <a:xfrm>
            <a:off x="457200" y="2982259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2" name="Text 22"/>
          <p:cNvSpPr txBox="1"/>
          <p:nvPr/>
        </p:nvSpPr>
        <p:spPr>
          <a:xfrm>
            <a:off x="540124" y="3009900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Cadrage</a:t>
            </a:r>
          </a:p>
        </p:txBody>
      </p:sp>
      <p:sp>
        <p:nvSpPr>
          <p:cNvPr id="33" name="Text 23"/>
          <p:cNvSpPr txBox="1"/>
          <p:nvPr/>
        </p:nvSpPr>
        <p:spPr>
          <a:xfrm>
            <a:off x="540124" y="3313953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Recueil besoins</a:t>
            </a:r>
          </a:p>
        </p:txBody>
      </p:sp>
      <p:sp>
        <p:nvSpPr>
          <p:cNvPr id="34" name="Task 24"/>
          <p:cNvSpPr/>
          <p:nvPr/>
        </p:nvSpPr>
        <p:spPr>
          <a:xfrm>
            <a:off x="2392082" y="3341594"/>
            <a:ext cx="2128371" cy="221129"/>
          </a:xfrm>
          <a:prstGeom prst="roundRect">
            <a:avLst/>
          </a:prstGeom>
          <a:solidFill>
            <a:srgbClr val="A6A6A6"/>
          </a:solidFill>
          <a:ln w="9214">
            <a:solidFill>
              <a:srgbClr val="595959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540124" y="3645647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Choix outil</a:t>
            </a:r>
          </a:p>
        </p:txBody>
      </p:sp>
      <p:sp>
        <p:nvSpPr>
          <p:cNvPr id="36" name="Task 26"/>
          <p:cNvSpPr/>
          <p:nvPr/>
        </p:nvSpPr>
        <p:spPr>
          <a:xfrm>
            <a:off x="4520453" y="3673288"/>
            <a:ext cx="912159" cy="221129"/>
          </a:xfrm>
          <a:prstGeom prst="roundRect">
            <a:avLst/>
          </a:prstGeom>
          <a:solidFill>
            <a:srgbClr val="FFC000"/>
          </a:solidFill>
          <a:ln w="9214">
            <a:solidFill>
              <a:srgbClr val="595959"/>
            </a:solidFill>
          </a:ln>
        </p:spPr>
      </p:sp>
      <p:sp>
        <p:nvSpPr>
          <p:cNvPr id="37" name="Shape 27"/>
          <p:cNvSpPr/>
          <p:nvPr/>
        </p:nvSpPr>
        <p:spPr>
          <a:xfrm>
            <a:off x="457200" y="3949700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8" name="Text 28"/>
          <p:cNvSpPr txBox="1"/>
          <p:nvPr/>
        </p:nvSpPr>
        <p:spPr>
          <a:xfrm>
            <a:off x="540124" y="3977341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Deploiement</a:t>
            </a:r>
          </a:p>
        </p:txBody>
      </p:sp>
      <p:sp>
        <p:nvSpPr>
          <p:cNvPr id="39" name="Text 29"/>
          <p:cNvSpPr txBox="1"/>
          <p:nvPr/>
        </p:nvSpPr>
        <p:spPr>
          <a:xfrm>
            <a:off x="540124" y="4281394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Formation</a:t>
            </a:r>
          </a:p>
        </p:txBody>
      </p:sp>
      <p:sp>
        <p:nvSpPr>
          <p:cNvPr id="40" name="Task 30"/>
          <p:cNvSpPr/>
          <p:nvPr/>
        </p:nvSpPr>
        <p:spPr>
          <a:xfrm>
            <a:off x="5432612" y="4309035"/>
            <a:ext cx="1824318" cy="221129"/>
          </a:xfrm>
          <a:prstGeom prst="roundRect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0124" y="4613088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Go-live</a:t>
            </a:r>
          </a:p>
        </p:txBody>
      </p:sp>
      <p:sp>
        <p:nvSpPr>
          <p:cNvPr id="42" name="Milestone 32"/>
          <p:cNvSpPr/>
          <p:nvPr/>
        </p:nvSpPr>
        <p:spPr>
          <a:xfrm>
            <a:off x="7146365" y="4640729"/>
            <a:ext cx="221129" cy="221129"/>
          </a:xfrm>
          <a:prstGeom prst="diamond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3" name="Text 33"/>
          <p:cNvSpPr txBox="1"/>
          <p:nvPr/>
        </p:nvSpPr>
        <p:spPr>
          <a:xfrm>
            <a:off x="540124" y="4944782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Suivi post go-live</a:t>
            </a:r>
          </a:p>
        </p:txBody>
      </p:sp>
      <p:sp>
        <p:nvSpPr>
          <p:cNvPr id="44" name="Task 34"/>
          <p:cNvSpPr/>
          <p:nvPr/>
        </p:nvSpPr>
        <p:spPr>
          <a:xfrm>
            <a:off x="7256929" y="4972424"/>
            <a:ext cx="4256741" cy="221129"/>
          </a:xfrm>
          <a:prstGeom prst="roundRect">
            <a:avLst/>
          </a:prstGeom>
          <a:solidFill>
            <a:srgbClr val="4472C4"/>
          </a:solidFill>
          <a:ln w="9214">
            <a:solidFill>
              <a:srgbClr val="595959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gantt.md</dc:title>
  <dc:creator>md2nativedocx</dc:creator>
  <cp:lastModifiedBy>md2nativedocx</cp:lastModifiedBy>
  <dcterms:created xsi:type="dcterms:W3CDTF">2026-10-05T12:06:25Z</dcterms:created>
  <dcterms:modified xsi:type="dcterms:W3CDTF">2026-10-05T12:06:25Z</dcterms:modified>
</cp:coreProperties>
</file>