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gantt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457200" y="2757813"/>
            <a:ext cx="7034784" cy="275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50" dirty="0">
                <a:solidFill>
                  <a:srgbClr val="000000"/>
                </a:solidFill>
              </a:rPr>
              <a:t>Adoption d'un logiciel</a:t>
            </a:r>
          </a:p>
        </p:txBody>
      </p:sp>
      <p:sp>
        <p:nvSpPr>
          <p:cNvPr id="12" name="Shape 2"/>
          <p:cNvSpPr/>
          <p:nvPr/>
        </p:nvSpPr>
        <p:spPr>
          <a:xfrm>
            <a:off x="2612465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Shape 3"/>
          <p:cNvSpPr/>
          <p:nvPr/>
        </p:nvSpPr>
        <p:spPr>
          <a:xfrm>
            <a:off x="2802128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" name="Shape 4"/>
          <p:cNvSpPr/>
          <p:nvPr/>
        </p:nvSpPr>
        <p:spPr>
          <a:xfrm>
            <a:off x="3940108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Shape 5"/>
          <p:cNvSpPr/>
          <p:nvPr/>
        </p:nvSpPr>
        <p:spPr>
          <a:xfrm>
            <a:off x="4129771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" name="Shape 6"/>
          <p:cNvSpPr/>
          <p:nvPr/>
        </p:nvSpPr>
        <p:spPr>
          <a:xfrm>
            <a:off x="5267751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Shape 7"/>
          <p:cNvSpPr/>
          <p:nvPr/>
        </p:nvSpPr>
        <p:spPr>
          <a:xfrm>
            <a:off x="5457414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" name="Shape 8"/>
          <p:cNvSpPr/>
          <p:nvPr/>
        </p:nvSpPr>
        <p:spPr>
          <a:xfrm>
            <a:off x="6595394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" name="Shape 9"/>
          <p:cNvSpPr/>
          <p:nvPr/>
        </p:nvSpPr>
        <p:spPr>
          <a:xfrm>
            <a:off x="6785057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Shape 10"/>
          <p:cNvSpPr/>
          <p:nvPr/>
        </p:nvSpPr>
        <p:spPr>
          <a:xfrm>
            <a:off x="1664148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1664148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01-05</a:t>
            </a:r>
          </a:p>
        </p:txBody>
      </p:sp>
      <p:sp>
        <p:nvSpPr>
          <p:cNvPr id="22" name="Shape 12"/>
          <p:cNvSpPr/>
          <p:nvPr/>
        </p:nvSpPr>
        <p:spPr>
          <a:xfrm>
            <a:off x="2991791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3" name="Text 13"/>
          <p:cNvSpPr txBox="1"/>
          <p:nvPr/>
        </p:nvSpPr>
        <p:spPr>
          <a:xfrm>
            <a:off x="2991791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01-12</a:t>
            </a:r>
          </a:p>
        </p:txBody>
      </p:sp>
      <p:sp>
        <p:nvSpPr>
          <p:cNvPr id="24" name="Shape 14"/>
          <p:cNvSpPr/>
          <p:nvPr/>
        </p:nvSpPr>
        <p:spPr>
          <a:xfrm>
            <a:off x="4319434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4319434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01-19</a:t>
            </a:r>
          </a:p>
        </p:txBody>
      </p:sp>
      <p:sp>
        <p:nvSpPr>
          <p:cNvPr id="26" name="Shape 16"/>
          <p:cNvSpPr/>
          <p:nvPr/>
        </p:nvSpPr>
        <p:spPr>
          <a:xfrm>
            <a:off x="5647077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7" name="Text 17"/>
          <p:cNvSpPr txBox="1"/>
          <p:nvPr/>
        </p:nvSpPr>
        <p:spPr>
          <a:xfrm>
            <a:off x="5647077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01-26</a:t>
            </a:r>
          </a:p>
        </p:txBody>
      </p:sp>
      <p:sp>
        <p:nvSpPr>
          <p:cNvPr id="28" name="Shape 18"/>
          <p:cNvSpPr/>
          <p:nvPr/>
        </p:nvSpPr>
        <p:spPr>
          <a:xfrm>
            <a:off x="6974720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9" name="Text 19"/>
          <p:cNvSpPr txBox="1"/>
          <p:nvPr/>
        </p:nvSpPr>
        <p:spPr>
          <a:xfrm>
            <a:off x="6974720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02-02</a:t>
            </a:r>
          </a:p>
        </p:txBody>
      </p:sp>
      <p:sp>
        <p:nvSpPr>
          <p:cNvPr id="30" name="Shape 20"/>
          <p:cNvSpPr/>
          <p:nvPr/>
        </p:nvSpPr>
        <p:spPr>
          <a:xfrm>
            <a:off x="1664148" y="3257834"/>
            <a:ext cx="5689899" cy="1413854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</p:sp>
      <p:sp>
        <p:nvSpPr>
          <p:cNvPr id="31" name="Shape 21"/>
          <p:cNvSpPr/>
          <p:nvPr/>
        </p:nvSpPr>
        <p:spPr>
          <a:xfrm>
            <a:off x="457200" y="3257834"/>
            <a:ext cx="7034784" cy="189663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2" name="Text 22"/>
          <p:cNvSpPr txBox="1"/>
          <p:nvPr/>
        </p:nvSpPr>
        <p:spPr>
          <a:xfrm>
            <a:off x="508926" y="3275077"/>
            <a:ext cx="1103496" cy="1551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700" dirty="0">
                <a:solidFill>
                  <a:srgbClr val="000000"/>
                </a:solidFill>
              </a:rPr>
              <a:t>Cadrage</a:t>
            </a:r>
          </a:p>
        </p:txBody>
      </p:sp>
      <p:sp>
        <p:nvSpPr>
          <p:cNvPr id="33" name="Text 23"/>
          <p:cNvSpPr txBox="1"/>
          <p:nvPr/>
        </p:nvSpPr>
        <p:spPr>
          <a:xfrm>
            <a:off x="508926" y="3464740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Recueil besoins</a:t>
            </a:r>
          </a:p>
        </p:txBody>
      </p:sp>
      <p:sp>
        <p:nvSpPr>
          <p:cNvPr id="34" name="Task 24"/>
          <p:cNvSpPr/>
          <p:nvPr/>
        </p:nvSpPr>
        <p:spPr>
          <a:xfrm>
            <a:off x="1664148" y="3481982"/>
            <a:ext cx="1327643" cy="137937"/>
          </a:xfrm>
          <a:prstGeom prst="roundRect">
            <a:avLst/>
          </a:prstGeom>
          <a:solidFill>
            <a:srgbClr val="A6A6A6"/>
          </a:solidFill>
          <a:ln w="6350">
            <a:solidFill>
              <a:srgbClr val="595959"/>
            </a:solidFill>
          </a:ln>
        </p:spPr>
      </p:sp>
      <p:sp>
        <p:nvSpPr>
          <p:cNvPr id="35" name="Text 25"/>
          <p:cNvSpPr txBox="1"/>
          <p:nvPr/>
        </p:nvSpPr>
        <p:spPr>
          <a:xfrm>
            <a:off x="508926" y="3671645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Choix outil</a:t>
            </a:r>
          </a:p>
        </p:txBody>
      </p:sp>
      <p:sp>
        <p:nvSpPr>
          <p:cNvPr id="36" name="Task 26"/>
          <p:cNvSpPr/>
          <p:nvPr/>
        </p:nvSpPr>
        <p:spPr>
          <a:xfrm>
            <a:off x="2991791" y="3688887"/>
            <a:ext cx="568990" cy="137937"/>
          </a:xfrm>
          <a:prstGeom prst="roundRect">
            <a:avLst/>
          </a:prstGeom>
          <a:solidFill>
            <a:srgbClr val="FFC000"/>
          </a:solidFill>
          <a:ln w="6350">
            <a:solidFill>
              <a:srgbClr val="595959"/>
            </a:solidFill>
          </a:ln>
        </p:spPr>
      </p:sp>
      <p:sp>
        <p:nvSpPr>
          <p:cNvPr id="37" name="Shape 27"/>
          <p:cNvSpPr/>
          <p:nvPr/>
        </p:nvSpPr>
        <p:spPr>
          <a:xfrm>
            <a:off x="457200" y="3861309"/>
            <a:ext cx="7034784" cy="189663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8" name="Text 28"/>
          <p:cNvSpPr txBox="1"/>
          <p:nvPr/>
        </p:nvSpPr>
        <p:spPr>
          <a:xfrm>
            <a:off x="508926" y="3878551"/>
            <a:ext cx="1103496" cy="1551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700" dirty="0">
                <a:solidFill>
                  <a:srgbClr val="000000"/>
                </a:solidFill>
              </a:rPr>
              <a:t>Deploiement</a:t>
            </a:r>
          </a:p>
        </p:txBody>
      </p:sp>
      <p:sp>
        <p:nvSpPr>
          <p:cNvPr id="39" name="Text 29"/>
          <p:cNvSpPr txBox="1"/>
          <p:nvPr/>
        </p:nvSpPr>
        <p:spPr>
          <a:xfrm>
            <a:off x="508926" y="4068214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Formation</a:t>
            </a:r>
          </a:p>
        </p:txBody>
      </p:sp>
      <p:sp>
        <p:nvSpPr>
          <p:cNvPr id="40" name="Task 30"/>
          <p:cNvSpPr/>
          <p:nvPr/>
        </p:nvSpPr>
        <p:spPr>
          <a:xfrm>
            <a:off x="3560781" y="4085456"/>
            <a:ext cx="1137980" cy="137937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595959"/>
            </a:solidFill>
          </a:ln>
        </p:spPr>
      </p:sp>
      <p:sp>
        <p:nvSpPr>
          <p:cNvPr id="41" name="Text 31"/>
          <p:cNvSpPr txBox="1"/>
          <p:nvPr/>
        </p:nvSpPr>
        <p:spPr>
          <a:xfrm>
            <a:off x="508926" y="4275119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Go-live</a:t>
            </a:r>
          </a:p>
        </p:txBody>
      </p:sp>
      <p:sp>
        <p:nvSpPr>
          <p:cNvPr id="42" name="Milestone 32"/>
          <p:cNvSpPr/>
          <p:nvPr/>
        </p:nvSpPr>
        <p:spPr>
          <a:xfrm>
            <a:off x="4629792" y="4292361"/>
            <a:ext cx="137937" cy="137937"/>
          </a:xfrm>
          <a:prstGeom prst="diamond">
            <a:avLst/>
          </a:prstGeom>
          <a:solidFill>
            <a:srgbClr val="C00000"/>
          </a:solidFill>
          <a:ln w="6350">
            <a:solidFill>
              <a:srgbClr val="595959"/>
            </a:solidFill>
          </a:ln>
        </p:spPr>
      </p:sp>
      <p:sp>
        <p:nvSpPr>
          <p:cNvPr id="43" name="Text 33"/>
          <p:cNvSpPr txBox="1"/>
          <p:nvPr/>
        </p:nvSpPr>
        <p:spPr>
          <a:xfrm>
            <a:off x="508926" y="4482025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Suivi post go-live</a:t>
            </a:r>
          </a:p>
        </p:txBody>
      </p:sp>
      <p:sp>
        <p:nvSpPr>
          <p:cNvPr id="44" name="Task 34"/>
          <p:cNvSpPr/>
          <p:nvPr/>
        </p:nvSpPr>
        <p:spPr>
          <a:xfrm>
            <a:off x="4698761" y="4499267"/>
            <a:ext cx="2655286" cy="137937"/>
          </a:xfrm>
          <a:prstGeom prst="roundRect">
            <a:avLst/>
          </a:prstGeom>
          <a:solidFill>
            <a:srgbClr val="4472C4"/>
          </a:solidFill>
          <a:ln w="6350">
            <a:solidFill>
              <a:srgbClr val="595959"/>
            </a:solidFill>
          </a:ln>
        </p:spPr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gantt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Adoption d'un logiciel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dateFormat YYYY-MM-DD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excludes weekends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Cadrage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Recueil besoins      :done,    des1, 2026-01-05, 5d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Choix outil          :active,  des2, after des1, 3d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Deploiement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Formation            :crit,    des3, after des2, 4d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Go-live              :milestone, des4, after des3, 0d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Suivi post go-live   :         des5, after des4, 10d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gantt.md</dc:title>
  <dc:creator>md2nativedocx</dc:creator>
  <cp:lastModifiedBy>md2nativedocx</cp:lastModifiedBy>
  <dcterms:created xsi:type="dcterms:W3CDTF">2026-10-05T12:12:49Z</dcterms:created>
  <dcterms:modified xsi:type="dcterms:W3CDTF">2026-10-05T12:12:49Z</dcterms:modified>
</cp:coreProperties>
</file>