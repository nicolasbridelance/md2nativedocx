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sankey</a:t>
            </a:r>
          </a:p>
        </p:txBody>
      </p:sp>
      <p:sp>
        <p:nvSpPr>
          <p:cNvPr id="11" name="Shape 1"/>
          <p:cNvSpPr/>
          <p:nvPr/>
        </p:nvSpPr>
        <p:spPr>
          <a:xfrm>
            <a:off x="4469448" y="1327150"/>
            <a:ext cx="3253105" cy="186512"/>
          </a:xfrm>
          <a:custGeom>
            <a:avLst/>
            <a:gdLst/>
            <a:ahLst/>
            <a:cxnLst/>
            <a:rect l="0" t="0" r="0" b="0"/>
            <a:pathLst>
              <a:path w="2076450" h="119050">
                <a:moveTo>
                  <a:pt x="0" y="115207"/>
                </a:moveTo>
                <a:lnTo>
                  <a:pt x="183007" y="113914"/>
                </a:lnTo>
                <a:lnTo>
                  <a:pt x="344723" y="110257"/>
                </a:lnTo>
                <a:lnTo>
                  <a:pt x="488189" y="104575"/>
                </a:lnTo>
                <a:lnTo>
                  <a:pt x="616446" y="97206"/>
                </a:lnTo>
                <a:lnTo>
                  <a:pt x="732537" y="88487"/>
                </a:lnTo>
                <a:lnTo>
                  <a:pt x="839502" y="78755"/>
                </a:lnTo>
                <a:lnTo>
                  <a:pt x="940384" y="68348"/>
                </a:lnTo>
                <a:lnTo>
                  <a:pt x="1038225" y="57604"/>
                </a:lnTo>
                <a:lnTo>
                  <a:pt x="1136066" y="46859"/>
                </a:lnTo>
                <a:lnTo>
                  <a:pt x="1236948" y="36452"/>
                </a:lnTo>
                <a:lnTo>
                  <a:pt x="1343913" y="26720"/>
                </a:lnTo>
                <a:lnTo>
                  <a:pt x="1460004" y="18001"/>
                </a:lnTo>
                <a:lnTo>
                  <a:pt x="1588261" y="10632"/>
                </a:lnTo>
                <a:lnTo>
                  <a:pt x="1731727" y="4950"/>
                </a:lnTo>
                <a:lnTo>
                  <a:pt x="1893443" y="1294"/>
                </a:lnTo>
                <a:lnTo>
                  <a:pt x="2076450" y="0"/>
                </a:lnTo>
                <a:lnTo>
                  <a:pt x="2076450" y="3843"/>
                </a:lnTo>
                <a:lnTo>
                  <a:pt x="1893443" y="5136"/>
                </a:lnTo>
                <a:lnTo>
                  <a:pt x="1731727" y="8793"/>
                </a:lnTo>
                <a:lnTo>
                  <a:pt x="1588261" y="14475"/>
                </a:lnTo>
                <a:lnTo>
                  <a:pt x="1460004" y="21844"/>
                </a:lnTo>
                <a:lnTo>
                  <a:pt x="1343913" y="30563"/>
                </a:lnTo>
                <a:lnTo>
                  <a:pt x="1236948" y="40295"/>
                </a:lnTo>
                <a:lnTo>
                  <a:pt x="1136066" y="50702"/>
                </a:lnTo>
                <a:lnTo>
                  <a:pt x="1038225" y="61446"/>
                </a:lnTo>
                <a:lnTo>
                  <a:pt x="940384" y="72191"/>
                </a:lnTo>
                <a:lnTo>
                  <a:pt x="839502" y="82598"/>
                </a:lnTo>
                <a:lnTo>
                  <a:pt x="732537" y="92330"/>
                </a:lnTo>
                <a:lnTo>
                  <a:pt x="616446" y="101049"/>
                </a:lnTo>
                <a:lnTo>
                  <a:pt x="488189" y="108418"/>
                </a:lnTo>
                <a:lnTo>
                  <a:pt x="344723" y="114100"/>
                </a:lnTo>
                <a:lnTo>
                  <a:pt x="183007" y="117756"/>
                </a:lnTo>
                <a:lnTo>
                  <a:pt x="0" y="11905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2" name="Shape 2"/>
          <p:cNvSpPr/>
          <p:nvPr/>
        </p:nvSpPr>
        <p:spPr>
          <a:xfrm>
            <a:off x="1007428" y="1507641"/>
            <a:ext cx="3253105" cy="2553635"/>
          </a:xfrm>
          <a:custGeom>
            <a:avLst/>
            <a:gdLst/>
            <a:ahLst/>
            <a:cxnLst/>
            <a:rect l="0" t="0" r="0" b="0"/>
            <a:pathLst>
              <a:path w="2076450" h="1629980">
                <a:moveTo>
                  <a:pt x="0" y="827154"/>
                </a:moveTo>
                <a:lnTo>
                  <a:pt x="183007" y="817864"/>
                </a:lnTo>
                <a:lnTo>
                  <a:pt x="344723" y="791612"/>
                </a:lnTo>
                <a:lnTo>
                  <a:pt x="488189" y="750820"/>
                </a:lnTo>
                <a:lnTo>
                  <a:pt x="616446" y="697911"/>
                </a:lnTo>
                <a:lnTo>
                  <a:pt x="732537" y="635309"/>
                </a:lnTo>
                <a:lnTo>
                  <a:pt x="839502" y="565437"/>
                </a:lnTo>
                <a:lnTo>
                  <a:pt x="940384" y="490719"/>
                </a:lnTo>
                <a:lnTo>
                  <a:pt x="1038225" y="413577"/>
                </a:lnTo>
                <a:lnTo>
                  <a:pt x="1136066" y="336435"/>
                </a:lnTo>
                <a:lnTo>
                  <a:pt x="1236948" y="261717"/>
                </a:lnTo>
                <a:lnTo>
                  <a:pt x="1343913" y="191845"/>
                </a:lnTo>
                <a:lnTo>
                  <a:pt x="1460004" y="129243"/>
                </a:lnTo>
                <a:lnTo>
                  <a:pt x="1588261" y="76334"/>
                </a:lnTo>
                <a:lnTo>
                  <a:pt x="1731727" y="35542"/>
                </a:lnTo>
                <a:lnTo>
                  <a:pt x="1893443" y="9290"/>
                </a:lnTo>
                <a:lnTo>
                  <a:pt x="2076450" y="0"/>
                </a:lnTo>
                <a:lnTo>
                  <a:pt x="2076450" y="802827"/>
                </a:lnTo>
                <a:lnTo>
                  <a:pt x="1893443" y="812116"/>
                </a:lnTo>
                <a:lnTo>
                  <a:pt x="1731727" y="838368"/>
                </a:lnTo>
                <a:lnTo>
                  <a:pt x="1588261" y="879161"/>
                </a:lnTo>
                <a:lnTo>
                  <a:pt x="1460004" y="932069"/>
                </a:lnTo>
                <a:lnTo>
                  <a:pt x="1343913" y="994671"/>
                </a:lnTo>
                <a:lnTo>
                  <a:pt x="1236948" y="1064543"/>
                </a:lnTo>
                <a:lnTo>
                  <a:pt x="1136066" y="1139261"/>
                </a:lnTo>
                <a:lnTo>
                  <a:pt x="1038225" y="1216403"/>
                </a:lnTo>
                <a:lnTo>
                  <a:pt x="940384" y="1293545"/>
                </a:lnTo>
                <a:lnTo>
                  <a:pt x="839502" y="1368263"/>
                </a:lnTo>
                <a:lnTo>
                  <a:pt x="732537" y="1438135"/>
                </a:lnTo>
                <a:lnTo>
                  <a:pt x="616446" y="1500737"/>
                </a:lnTo>
                <a:lnTo>
                  <a:pt x="488189" y="1553646"/>
                </a:lnTo>
                <a:lnTo>
                  <a:pt x="344723" y="1594438"/>
                </a:lnTo>
                <a:lnTo>
                  <a:pt x="183007" y="1620690"/>
                </a:lnTo>
                <a:lnTo>
                  <a:pt x="0" y="1629980"/>
                </a:lnTo>
                <a:close/>
              </a:path>
            </a:pathLst>
          </a:custGeom>
          <a:solidFill>
            <a:srgbClr val="4472C4">
              <a:alpha val="45000"/>
            </a:srgbClr>
          </a:solidFill>
          <a:ln w="4974">
            <a:solidFill>
              <a:srgbClr val="4472C4"/>
            </a:solidFill>
          </a:ln>
        </p:spPr>
      </p:sp>
      <p:sp>
        <p:nvSpPr>
          <p:cNvPr id="13" name="Shape 3"/>
          <p:cNvSpPr/>
          <p:nvPr/>
        </p:nvSpPr>
        <p:spPr>
          <a:xfrm>
            <a:off x="4469448" y="1513662"/>
            <a:ext cx="3253105" cy="552206"/>
          </a:xfrm>
          <a:custGeom>
            <a:avLst/>
            <a:gdLst/>
            <a:ahLst/>
            <a:cxnLst/>
            <a:rect l="0" t="0" r="0" b="0"/>
            <a:pathLst>
              <a:path w="2076450" h="352472">
                <a:moveTo>
                  <a:pt x="0" y="0"/>
                </a:moveTo>
                <a:lnTo>
                  <a:pt x="183007" y="2017"/>
                </a:lnTo>
                <a:lnTo>
                  <a:pt x="344723" y="7716"/>
                </a:lnTo>
                <a:lnTo>
                  <a:pt x="488189" y="16572"/>
                </a:lnTo>
                <a:lnTo>
                  <a:pt x="616446" y="28058"/>
                </a:lnTo>
                <a:lnTo>
                  <a:pt x="732537" y="41649"/>
                </a:lnTo>
                <a:lnTo>
                  <a:pt x="839502" y="56818"/>
                </a:lnTo>
                <a:lnTo>
                  <a:pt x="940384" y="73039"/>
                </a:lnTo>
                <a:lnTo>
                  <a:pt x="1038225" y="89787"/>
                </a:lnTo>
                <a:lnTo>
                  <a:pt x="1136066" y="106534"/>
                </a:lnTo>
                <a:lnTo>
                  <a:pt x="1236948" y="122755"/>
                </a:lnTo>
                <a:lnTo>
                  <a:pt x="1343913" y="137924"/>
                </a:lnTo>
                <a:lnTo>
                  <a:pt x="1460004" y="151515"/>
                </a:lnTo>
                <a:lnTo>
                  <a:pt x="1588261" y="163001"/>
                </a:lnTo>
                <a:lnTo>
                  <a:pt x="1731727" y="171857"/>
                </a:lnTo>
                <a:lnTo>
                  <a:pt x="1893443" y="177556"/>
                </a:lnTo>
                <a:lnTo>
                  <a:pt x="2076450" y="179573"/>
                </a:lnTo>
                <a:lnTo>
                  <a:pt x="2076450" y="352472"/>
                </a:lnTo>
                <a:lnTo>
                  <a:pt x="1893443" y="350455"/>
                </a:lnTo>
                <a:lnTo>
                  <a:pt x="1731727" y="344756"/>
                </a:lnTo>
                <a:lnTo>
                  <a:pt x="1588261" y="335900"/>
                </a:lnTo>
                <a:lnTo>
                  <a:pt x="1460004" y="324414"/>
                </a:lnTo>
                <a:lnTo>
                  <a:pt x="1343913" y="310823"/>
                </a:lnTo>
                <a:lnTo>
                  <a:pt x="1236948" y="295654"/>
                </a:lnTo>
                <a:lnTo>
                  <a:pt x="1136066" y="279433"/>
                </a:lnTo>
                <a:lnTo>
                  <a:pt x="1038225" y="262686"/>
                </a:lnTo>
                <a:lnTo>
                  <a:pt x="940384" y="245938"/>
                </a:lnTo>
                <a:lnTo>
                  <a:pt x="839502" y="229717"/>
                </a:lnTo>
                <a:lnTo>
                  <a:pt x="732537" y="214548"/>
                </a:lnTo>
                <a:lnTo>
                  <a:pt x="616446" y="200957"/>
                </a:lnTo>
                <a:lnTo>
                  <a:pt x="488189" y="189471"/>
                </a:lnTo>
                <a:lnTo>
                  <a:pt x="344723" y="180615"/>
                </a:lnTo>
                <a:lnTo>
                  <a:pt x="183007" y="174916"/>
                </a:lnTo>
                <a:lnTo>
                  <a:pt x="0" y="172899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4" name="Shape 4"/>
          <p:cNvSpPr/>
          <p:nvPr/>
        </p:nvSpPr>
        <p:spPr>
          <a:xfrm>
            <a:off x="4469448" y="2065868"/>
            <a:ext cx="3253105" cy="3855991"/>
          </a:xfrm>
          <a:custGeom>
            <a:avLst/>
            <a:gdLst/>
            <a:ahLst/>
            <a:cxnLst/>
            <a:rect l="0" t="0" r="0" b="0"/>
            <a:pathLst>
              <a:path w="2076450" h="2461271">
                <a:moveTo>
                  <a:pt x="0" y="1974853"/>
                </a:moveTo>
                <a:lnTo>
                  <a:pt x="183007" y="1952675"/>
                </a:lnTo>
                <a:lnTo>
                  <a:pt x="344723" y="1889996"/>
                </a:lnTo>
                <a:lnTo>
                  <a:pt x="488189" y="1792603"/>
                </a:lnTo>
                <a:lnTo>
                  <a:pt x="616446" y="1666282"/>
                </a:lnTo>
                <a:lnTo>
                  <a:pt x="732537" y="1516818"/>
                </a:lnTo>
                <a:lnTo>
                  <a:pt x="839502" y="1349997"/>
                </a:lnTo>
                <a:lnTo>
                  <a:pt x="940384" y="1171605"/>
                </a:lnTo>
                <a:lnTo>
                  <a:pt x="1038225" y="987427"/>
                </a:lnTo>
                <a:lnTo>
                  <a:pt x="1136066" y="803248"/>
                </a:lnTo>
                <a:lnTo>
                  <a:pt x="1236948" y="624856"/>
                </a:lnTo>
                <a:lnTo>
                  <a:pt x="1343913" y="458035"/>
                </a:lnTo>
                <a:lnTo>
                  <a:pt x="1460004" y="308571"/>
                </a:lnTo>
                <a:lnTo>
                  <a:pt x="1588261" y="182250"/>
                </a:lnTo>
                <a:lnTo>
                  <a:pt x="1731727" y="84857"/>
                </a:lnTo>
                <a:lnTo>
                  <a:pt x="1893443" y="22179"/>
                </a:lnTo>
                <a:lnTo>
                  <a:pt x="2076450" y="0"/>
                </a:lnTo>
                <a:lnTo>
                  <a:pt x="2076450" y="486418"/>
                </a:lnTo>
                <a:lnTo>
                  <a:pt x="1893443" y="508596"/>
                </a:lnTo>
                <a:lnTo>
                  <a:pt x="1731727" y="571275"/>
                </a:lnTo>
                <a:lnTo>
                  <a:pt x="1588261" y="668667"/>
                </a:lnTo>
                <a:lnTo>
                  <a:pt x="1460004" y="794988"/>
                </a:lnTo>
                <a:lnTo>
                  <a:pt x="1343913" y="944452"/>
                </a:lnTo>
                <a:lnTo>
                  <a:pt x="1236948" y="1111273"/>
                </a:lnTo>
                <a:lnTo>
                  <a:pt x="1136066" y="1289666"/>
                </a:lnTo>
                <a:lnTo>
                  <a:pt x="1038225" y="1473844"/>
                </a:lnTo>
                <a:lnTo>
                  <a:pt x="940384" y="1658022"/>
                </a:lnTo>
                <a:lnTo>
                  <a:pt x="839502" y="1836415"/>
                </a:lnTo>
                <a:lnTo>
                  <a:pt x="732537" y="2003236"/>
                </a:lnTo>
                <a:lnTo>
                  <a:pt x="616446" y="2152700"/>
                </a:lnTo>
                <a:lnTo>
                  <a:pt x="488189" y="2279021"/>
                </a:lnTo>
                <a:lnTo>
                  <a:pt x="344723" y="2376414"/>
                </a:lnTo>
                <a:lnTo>
                  <a:pt x="183007" y="2439092"/>
                </a:lnTo>
                <a:lnTo>
                  <a:pt x="0" y="2461271"/>
                </a:lnTo>
                <a:close/>
              </a:path>
            </a:pathLst>
          </a:custGeom>
          <a:solidFill>
            <a:srgbClr val="2E8B8B">
              <a:alpha val="45000"/>
            </a:srgbClr>
          </a:solidFill>
          <a:ln w="4974">
            <a:solidFill>
              <a:srgbClr val="2E8B8B"/>
            </a:solidFill>
          </a:ln>
        </p:spPr>
      </p:sp>
      <p:sp>
        <p:nvSpPr>
          <p:cNvPr id="15" name="Shape 5"/>
          <p:cNvSpPr/>
          <p:nvPr/>
        </p:nvSpPr>
        <p:spPr>
          <a:xfrm>
            <a:off x="4469448" y="1784537"/>
            <a:ext cx="6715125" cy="1143187"/>
          </a:xfrm>
          <a:custGeom>
            <a:avLst/>
            <a:gdLst/>
            <a:ahLst/>
            <a:cxnLst/>
            <a:rect l="0" t="0" r="0" b="0"/>
            <a:pathLst>
              <a:path w="4286250" h="729694">
                <a:moveTo>
                  <a:pt x="0" y="0"/>
                </a:moveTo>
                <a:lnTo>
                  <a:pt x="377768" y="7472"/>
                </a:lnTo>
                <a:lnTo>
                  <a:pt x="711584" y="28588"/>
                </a:lnTo>
                <a:lnTo>
                  <a:pt x="1007729" y="61400"/>
                </a:lnTo>
                <a:lnTo>
                  <a:pt x="1272480" y="103958"/>
                </a:lnTo>
                <a:lnTo>
                  <a:pt x="1512117" y="154312"/>
                </a:lnTo>
                <a:lnTo>
                  <a:pt x="1732917" y="210514"/>
                </a:lnTo>
                <a:lnTo>
                  <a:pt x="1941161" y="270615"/>
                </a:lnTo>
                <a:lnTo>
                  <a:pt x="2143125" y="332664"/>
                </a:lnTo>
                <a:lnTo>
                  <a:pt x="2345089" y="394714"/>
                </a:lnTo>
                <a:lnTo>
                  <a:pt x="2553333" y="454814"/>
                </a:lnTo>
                <a:lnTo>
                  <a:pt x="2774133" y="511016"/>
                </a:lnTo>
                <a:lnTo>
                  <a:pt x="3013770" y="561371"/>
                </a:lnTo>
                <a:lnTo>
                  <a:pt x="3278521" y="603928"/>
                </a:lnTo>
                <a:lnTo>
                  <a:pt x="3574666" y="636740"/>
                </a:lnTo>
                <a:lnTo>
                  <a:pt x="3908482" y="657856"/>
                </a:lnTo>
                <a:lnTo>
                  <a:pt x="4286250" y="665328"/>
                </a:lnTo>
                <a:lnTo>
                  <a:pt x="4286250" y="729694"/>
                </a:lnTo>
                <a:lnTo>
                  <a:pt x="3908482" y="722222"/>
                </a:lnTo>
                <a:lnTo>
                  <a:pt x="3574666" y="701106"/>
                </a:lnTo>
                <a:lnTo>
                  <a:pt x="3278521" y="668294"/>
                </a:lnTo>
                <a:lnTo>
                  <a:pt x="3013770" y="625736"/>
                </a:lnTo>
                <a:lnTo>
                  <a:pt x="2774133" y="575382"/>
                </a:lnTo>
                <a:lnTo>
                  <a:pt x="2553333" y="519180"/>
                </a:lnTo>
                <a:lnTo>
                  <a:pt x="2345089" y="459079"/>
                </a:lnTo>
                <a:lnTo>
                  <a:pt x="2143125" y="397030"/>
                </a:lnTo>
                <a:lnTo>
                  <a:pt x="1941161" y="334980"/>
                </a:lnTo>
                <a:lnTo>
                  <a:pt x="1732917" y="274880"/>
                </a:lnTo>
                <a:lnTo>
                  <a:pt x="1512117" y="218678"/>
                </a:lnTo>
                <a:lnTo>
                  <a:pt x="1272480" y="168323"/>
                </a:lnTo>
                <a:lnTo>
                  <a:pt x="1007729" y="125766"/>
                </a:lnTo>
                <a:lnTo>
                  <a:pt x="711584" y="92954"/>
                </a:lnTo>
                <a:lnTo>
                  <a:pt x="377768" y="71838"/>
                </a:lnTo>
                <a:lnTo>
                  <a:pt x="0" y="64366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6" name="Shape 6"/>
          <p:cNvSpPr/>
          <p:nvPr/>
        </p:nvSpPr>
        <p:spPr>
          <a:xfrm>
            <a:off x="4469448" y="1885377"/>
            <a:ext cx="3253105" cy="4216973"/>
          </a:xfrm>
          <a:custGeom>
            <a:avLst/>
            <a:gdLst/>
            <a:ahLst/>
            <a:cxnLst/>
            <a:rect l="0" t="0" r="0" b="0"/>
            <a:pathLst>
              <a:path w="2076450" h="2691685">
                <a:moveTo>
                  <a:pt x="0" y="0"/>
                </a:moveTo>
                <a:lnTo>
                  <a:pt x="183007" y="9965"/>
                </a:lnTo>
                <a:lnTo>
                  <a:pt x="344723" y="38129"/>
                </a:lnTo>
                <a:lnTo>
                  <a:pt x="488189" y="81891"/>
                </a:lnTo>
                <a:lnTo>
                  <a:pt x="616446" y="138652"/>
                </a:lnTo>
                <a:lnTo>
                  <a:pt x="732537" y="205812"/>
                </a:lnTo>
                <a:lnTo>
                  <a:pt x="839502" y="280771"/>
                </a:lnTo>
                <a:lnTo>
                  <a:pt x="940384" y="360929"/>
                </a:lnTo>
                <a:lnTo>
                  <a:pt x="1038225" y="443687"/>
                </a:lnTo>
                <a:lnTo>
                  <a:pt x="1136066" y="526445"/>
                </a:lnTo>
                <a:lnTo>
                  <a:pt x="1236948" y="606604"/>
                </a:lnTo>
                <a:lnTo>
                  <a:pt x="1343913" y="681563"/>
                </a:lnTo>
                <a:lnTo>
                  <a:pt x="1460004" y="748722"/>
                </a:lnTo>
                <a:lnTo>
                  <a:pt x="1588261" y="805483"/>
                </a:lnTo>
                <a:lnTo>
                  <a:pt x="1731727" y="849245"/>
                </a:lnTo>
                <a:lnTo>
                  <a:pt x="1893443" y="877409"/>
                </a:lnTo>
                <a:lnTo>
                  <a:pt x="2076450" y="887375"/>
                </a:lnTo>
                <a:lnTo>
                  <a:pt x="2076450" y="2691685"/>
                </a:lnTo>
                <a:lnTo>
                  <a:pt x="1893443" y="2681719"/>
                </a:lnTo>
                <a:lnTo>
                  <a:pt x="1731727" y="2653556"/>
                </a:lnTo>
                <a:lnTo>
                  <a:pt x="1588261" y="2609793"/>
                </a:lnTo>
                <a:lnTo>
                  <a:pt x="1460004" y="2553033"/>
                </a:lnTo>
                <a:lnTo>
                  <a:pt x="1343913" y="2485873"/>
                </a:lnTo>
                <a:lnTo>
                  <a:pt x="1236948" y="2410914"/>
                </a:lnTo>
                <a:lnTo>
                  <a:pt x="1136066" y="2330756"/>
                </a:lnTo>
                <a:lnTo>
                  <a:pt x="1038225" y="2247998"/>
                </a:lnTo>
                <a:lnTo>
                  <a:pt x="940384" y="2165239"/>
                </a:lnTo>
                <a:lnTo>
                  <a:pt x="839502" y="2085081"/>
                </a:lnTo>
                <a:lnTo>
                  <a:pt x="732537" y="2010122"/>
                </a:lnTo>
                <a:lnTo>
                  <a:pt x="616446" y="1942962"/>
                </a:lnTo>
                <a:lnTo>
                  <a:pt x="488189" y="1886202"/>
                </a:lnTo>
                <a:lnTo>
                  <a:pt x="344723" y="1842439"/>
                </a:lnTo>
                <a:lnTo>
                  <a:pt x="183007" y="1814276"/>
                </a:lnTo>
                <a:lnTo>
                  <a:pt x="0" y="180431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7" name="Shape 7"/>
          <p:cNvSpPr/>
          <p:nvPr/>
        </p:nvSpPr>
        <p:spPr>
          <a:xfrm>
            <a:off x="7931468" y="3275598"/>
            <a:ext cx="3253105" cy="1327018"/>
          </a:xfrm>
          <a:custGeom>
            <a:avLst/>
            <a:gdLst/>
            <a:ahLst/>
            <a:cxnLst/>
            <a:rect l="0" t="0" r="0" b="0"/>
            <a:pathLst>
              <a:path w="2076450" h="847033">
                <a:moveTo>
                  <a:pt x="0" y="0"/>
                </a:moveTo>
                <a:lnTo>
                  <a:pt x="183007" y="3766"/>
                </a:lnTo>
                <a:lnTo>
                  <a:pt x="344723" y="14408"/>
                </a:lnTo>
                <a:lnTo>
                  <a:pt x="488189" y="30945"/>
                </a:lnTo>
                <a:lnTo>
                  <a:pt x="616446" y="52394"/>
                </a:lnTo>
                <a:lnTo>
                  <a:pt x="732537" y="77773"/>
                </a:lnTo>
                <a:lnTo>
                  <a:pt x="839502" y="106099"/>
                </a:lnTo>
                <a:lnTo>
                  <a:pt x="940384" y="136390"/>
                </a:lnTo>
                <a:lnTo>
                  <a:pt x="1038225" y="167663"/>
                </a:lnTo>
                <a:lnTo>
                  <a:pt x="1136066" y="198936"/>
                </a:lnTo>
                <a:lnTo>
                  <a:pt x="1236948" y="229227"/>
                </a:lnTo>
                <a:lnTo>
                  <a:pt x="1343913" y="257552"/>
                </a:lnTo>
                <a:lnTo>
                  <a:pt x="1460004" y="282931"/>
                </a:lnTo>
                <a:lnTo>
                  <a:pt x="1588261" y="304380"/>
                </a:lnTo>
                <a:lnTo>
                  <a:pt x="1731727" y="320917"/>
                </a:lnTo>
                <a:lnTo>
                  <a:pt x="1893443" y="331560"/>
                </a:lnTo>
                <a:lnTo>
                  <a:pt x="2076450" y="335326"/>
                </a:lnTo>
                <a:lnTo>
                  <a:pt x="2076450" y="847033"/>
                </a:lnTo>
                <a:lnTo>
                  <a:pt x="1893443" y="843267"/>
                </a:lnTo>
                <a:lnTo>
                  <a:pt x="1731727" y="832624"/>
                </a:lnTo>
                <a:lnTo>
                  <a:pt x="1588261" y="816087"/>
                </a:lnTo>
                <a:lnTo>
                  <a:pt x="1460004" y="794638"/>
                </a:lnTo>
                <a:lnTo>
                  <a:pt x="1343913" y="769259"/>
                </a:lnTo>
                <a:lnTo>
                  <a:pt x="1236948" y="740933"/>
                </a:lnTo>
                <a:lnTo>
                  <a:pt x="1136066" y="710643"/>
                </a:lnTo>
                <a:lnTo>
                  <a:pt x="1038225" y="679370"/>
                </a:lnTo>
                <a:lnTo>
                  <a:pt x="940384" y="648096"/>
                </a:lnTo>
                <a:lnTo>
                  <a:pt x="839502" y="617806"/>
                </a:lnTo>
                <a:lnTo>
                  <a:pt x="732537" y="589480"/>
                </a:lnTo>
                <a:lnTo>
                  <a:pt x="616446" y="564101"/>
                </a:lnTo>
                <a:lnTo>
                  <a:pt x="488189" y="542652"/>
                </a:lnTo>
                <a:lnTo>
                  <a:pt x="344723" y="526115"/>
                </a:lnTo>
                <a:lnTo>
                  <a:pt x="183007" y="515472"/>
                </a:lnTo>
                <a:lnTo>
                  <a:pt x="0" y="511706"/>
                </a:lnTo>
                <a:close/>
              </a:path>
            </a:pathLst>
          </a:custGeom>
          <a:solidFill>
            <a:srgbClr val="7030A0">
              <a:alpha val="45000"/>
            </a:srgbClr>
          </a:solidFill>
          <a:ln w="4974">
            <a:solidFill>
              <a:srgbClr val="7030A0"/>
            </a:solidFill>
          </a:ln>
        </p:spPr>
      </p:sp>
      <p:sp>
        <p:nvSpPr>
          <p:cNvPr id="18" name="Shape 8"/>
          <p:cNvSpPr/>
          <p:nvPr/>
        </p:nvSpPr>
        <p:spPr>
          <a:xfrm>
            <a:off x="7931468" y="1794993"/>
            <a:ext cx="3253105" cy="2005949"/>
          </a:xfrm>
          <a:custGeom>
            <a:avLst/>
            <a:gdLst/>
            <a:ahLst/>
            <a:cxnLst/>
            <a:rect l="0" t="0" r="0" b="0"/>
            <a:pathLst>
              <a:path w="2076450" h="1280393">
                <a:moveTo>
                  <a:pt x="0" y="0"/>
                </a:moveTo>
                <a:lnTo>
                  <a:pt x="183007" y="11474"/>
                </a:lnTo>
                <a:lnTo>
                  <a:pt x="344723" y="43899"/>
                </a:lnTo>
                <a:lnTo>
                  <a:pt x="488189" y="94283"/>
                </a:lnTo>
                <a:lnTo>
                  <a:pt x="616446" y="159632"/>
                </a:lnTo>
                <a:lnTo>
                  <a:pt x="732537" y="236953"/>
                </a:lnTo>
                <a:lnTo>
                  <a:pt x="839502" y="323254"/>
                </a:lnTo>
                <a:lnTo>
                  <a:pt x="940384" y="415541"/>
                </a:lnTo>
                <a:lnTo>
                  <a:pt x="1038225" y="510822"/>
                </a:lnTo>
                <a:lnTo>
                  <a:pt x="1136066" y="606102"/>
                </a:lnTo>
                <a:lnTo>
                  <a:pt x="1236948" y="698389"/>
                </a:lnTo>
                <a:lnTo>
                  <a:pt x="1343913" y="784690"/>
                </a:lnTo>
                <a:lnTo>
                  <a:pt x="1460004" y="862011"/>
                </a:lnTo>
                <a:lnTo>
                  <a:pt x="1588261" y="927361"/>
                </a:lnTo>
                <a:lnTo>
                  <a:pt x="1731727" y="977744"/>
                </a:lnTo>
                <a:lnTo>
                  <a:pt x="1893443" y="1010170"/>
                </a:lnTo>
                <a:lnTo>
                  <a:pt x="2076450" y="1021643"/>
                </a:lnTo>
                <a:lnTo>
                  <a:pt x="2076450" y="1280393"/>
                </a:lnTo>
                <a:lnTo>
                  <a:pt x="1893443" y="1268919"/>
                </a:lnTo>
                <a:lnTo>
                  <a:pt x="1731727" y="1236494"/>
                </a:lnTo>
                <a:lnTo>
                  <a:pt x="1588261" y="1186110"/>
                </a:lnTo>
                <a:lnTo>
                  <a:pt x="1460004" y="1120761"/>
                </a:lnTo>
                <a:lnTo>
                  <a:pt x="1343913" y="1043440"/>
                </a:lnTo>
                <a:lnTo>
                  <a:pt x="1236948" y="957139"/>
                </a:lnTo>
                <a:lnTo>
                  <a:pt x="1136066" y="864852"/>
                </a:lnTo>
                <a:lnTo>
                  <a:pt x="1038225" y="769571"/>
                </a:lnTo>
                <a:lnTo>
                  <a:pt x="940384" y="674291"/>
                </a:lnTo>
                <a:lnTo>
                  <a:pt x="839502" y="582004"/>
                </a:lnTo>
                <a:lnTo>
                  <a:pt x="732537" y="495703"/>
                </a:lnTo>
                <a:lnTo>
                  <a:pt x="616446" y="418382"/>
                </a:lnTo>
                <a:lnTo>
                  <a:pt x="488189" y="353032"/>
                </a:lnTo>
                <a:lnTo>
                  <a:pt x="344723" y="302649"/>
                </a:lnTo>
                <a:lnTo>
                  <a:pt x="183007" y="270224"/>
                </a:lnTo>
                <a:lnTo>
                  <a:pt x="0" y="258750"/>
                </a:lnTo>
                <a:close/>
              </a:path>
            </a:pathLst>
          </a:custGeom>
          <a:solidFill>
            <a:srgbClr val="FFC000">
              <a:alpha val="45000"/>
            </a:srgbClr>
          </a:solidFill>
          <a:ln w="4974">
            <a:solidFill>
              <a:srgbClr val="FFC000"/>
            </a:solidFill>
          </a:ln>
        </p:spPr>
      </p:sp>
      <p:sp>
        <p:nvSpPr>
          <p:cNvPr id="19" name="Shape 9"/>
          <p:cNvSpPr/>
          <p:nvPr/>
        </p:nvSpPr>
        <p:spPr>
          <a:xfrm>
            <a:off x="7931468" y="1327150"/>
            <a:ext cx="3253105" cy="2068417"/>
          </a:xfrm>
          <a:custGeom>
            <a:avLst/>
            <a:gdLst/>
            <a:ahLst/>
            <a:cxnLst/>
            <a:rect l="0" t="0" r="0" b="0"/>
            <a:pathLst>
              <a:path w="2076450" h="1320266">
                <a:moveTo>
                  <a:pt x="0" y="0"/>
                </a:moveTo>
                <a:lnTo>
                  <a:pt x="183007" y="14683"/>
                </a:lnTo>
                <a:lnTo>
                  <a:pt x="344723" y="56177"/>
                </a:lnTo>
                <a:lnTo>
                  <a:pt x="488189" y="120653"/>
                </a:lnTo>
                <a:lnTo>
                  <a:pt x="616446" y="204280"/>
                </a:lnTo>
                <a:lnTo>
                  <a:pt x="732537" y="303228"/>
                </a:lnTo>
                <a:lnTo>
                  <a:pt x="839502" y="413667"/>
                </a:lnTo>
                <a:lnTo>
                  <a:pt x="940384" y="531767"/>
                </a:lnTo>
                <a:lnTo>
                  <a:pt x="1038225" y="653696"/>
                </a:lnTo>
                <a:lnTo>
                  <a:pt x="1136066" y="775626"/>
                </a:lnTo>
                <a:lnTo>
                  <a:pt x="1236948" y="893726"/>
                </a:lnTo>
                <a:lnTo>
                  <a:pt x="1343913" y="1004165"/>
                </a:lnTo>
                <a:lnTo>
                  <a:pt x="1460004" y="1103113"/>
                </a:lnTo>
                <a:lnTo>
                  <a:pt x="1588261" y="1186740"/>
                </a:lnTo>
                <a:lnTo>
                  <a:pt x="1731727" y="1251216"/>
                </a:lnTo>
                <a:lnTo>
                  <a:pt x="1893443" y="1292710"/>
                </a:lnTo>
                <a:lnTo>
                  <a:pt x="2076450" y="1307393"/>
                </a:lnTo>
                <a:lnTo>
                  <a:pt x="2076450" y="1320266"/>
                </a:lnTo>
                <a:lnTo>
                  <a:pt x="1893443" y="1305583"/>
                </a:lnTo>
                <a:lnTo>
                  <a:pt x="1731727" y="1264089"/>
                </a:lnTo>
                <a:lnTo>
                  <a:pt x="1588261" y="1199613"/>
                </a:lnTo>
                <a:lnTo>
                  <a:pt x="1460004" y="1115986"/>
                </a:lnTo>
                <a:lnTo>
                  <a:pt x="1343913" y="1017038"/>
                </a:lnTo>
                <a:lnTo>
                  <a:pt x="1236948" y="906599"/>
                </a:lnTo>
                <a:lnTo>
                  <a:pt x="1136066" y="788499"/>
                </a:lnTo>
                <a:lnTo>
                  <a:pt x="1038225" y="666570"/>
                </a:lnTo>
                <a:lnTo>
                  <a:pt x="940384" y="544640"/>
                </a:lnTo>
                <a:lnTo>
                  <a:pt x="839502" y="426540"/>
                </a:lnTo>
                <a:lnTo>
                  <a:pt x="732537" y="316101"/>
                </a:lnTo>
                <a:lnTo>
                  <a:pt x="616446" y="217153"/>
                </a:lnTo>
                <a:lnTo>
                  <a:pt x="488189" y="133526"/>
                </a:lnTo>
                <a:lnTo>
                  <a:pt x="344723" y="69050"/>
                </a:lnTo>
                <a:lnTo>
                  <a:pt x="183007" y="27556"/>
                </a:lnTo>
                <a:lnTo>
                  <a:pt x="0" y="12873"/>
                </a:lnTo>
                <a:close/>
              </a:path>
            </a:pathLst>
          </a:custGeom>
          <a:solidFill>
            <a:srgbClr val="70AD47">
              <a:alpha val="45000"/>
            </a:srgbClr>
          </a:solidFill>
          <a:ln w="4974">
            <a:solidFill>
              <a:srgbClr val="70AD47"/>
            </a:solidFill>
          </a:ln>
        </p:spPr>
      </p:sp>
      <p:sp>
        <p:nvSpPr>
          <p:cNvPr id="20" name="Shape 10"/>
          <p:cNvSpPr/>
          <p:nvPr/>
        </p:nvSpPr>
        <p:spPr>
          <a:xfrm>
            <a:off x="1007428" y="4508951"/>
            <a:ext cx="3253105" cy="767888"/>
          </a:xfrm>
          <a:custGeom>
            <a:avLst/>
            <a:gdLst/>
            <a:ahLst/>
            <a:cxnLst/>
            <a:rect l="0" t="0" r="0" b="0"/>
            <a:pathLst>
              <a:path w="2076450" h="490141">
                <a:moveTo>
                  <a:pt x="0" y="0"/>
                </a:moveTo>
                <a:lnTo>
                  <a:pt x="183007" y="4665"/>
                </a:lnTo>
                <a:lnTo>
                  <a:pt x="344723" y="17851"/>
                </a:lnTo>
                <a:lnTo>
                  <a:pt x="488189" y="38338"/>
                </a:lnTo>
                <a:lnTo>
                  <a:pt x="616446" y="64912"/>
                </a:lnTo>
                <a:lnTo>
                  <a:pt x="732537" y="96354"/>
                </a:lnTo>
                <a:lnTo>
                  <a:pt x="839502" y="131447"/>
                </a:lnTo>
                <a:lnTo>
                  <a:pt x="940384" y="168974"/>
                </a:lnTo>
                <a:lnTo>
                  <a:pt x="1038225" y="207719"/>
                </a:lnTo>
                <a:lnTo>
                  <a:pt x="1136066" y="246463"/>
                </a:lnTo>
                <a:lnTo>
                  <a:pt x="1236948" y="283991"/>
                </a:lnTo>
                <a:lnTo>
                  <a:pt x="1343913" y="319084"/>
                </a:lnTo>
                <a:lnTo>
                  <a:pt x="1460004" y="350526"/>
                </a:lnTo>
                <a:lnTo>
                  <a:pt x="1588261" y="377099"/>
                </a:lnTo>
                <a:lnTo>
                  <a:pt x="1731727" y="397587"/>
                </a:lnTo>
                <a:lnTo>
                  <a:pt x="1893443" y="410772"/>
                </a:lnTo>
                <a:lnTo>
                  <a:pt x="2076450" y="415438"/>
                </a:lnTo>
                <a:lnTo>
                  <a:pt x="2076450" y="490141"/>
                </a:lnTo>
                <a:lnTo>
                  <a:pt x="1893443" y="485475"/>
                </a:lnTo>
                <a:lnTo>
                  <a:pt x="1731727" y="472290"/>
                </a:lnTo>
                <a:lnTo>
                  <a:pt x="1588261" y="451802"/>
                </a:lnTo>
                <a:lnTo>
                  <a:pt x="1460004" y="425229"/>
                </a:lnTo>
                <a:lnTo>
                  <a:pt x="1343913" y="393787"/>
                </a:lnTo>
                <a:lnTo>
                  <a:pt x="1236948" y="358693"/>
                </a:lnTo>
                <a:lnTo>
                  <a:pt x="1136066" y="321166"/>
                </a:lnTo>
                <a:lnTo>
                  <a:pt x="1038225" y="282422"/>
                </a:lnTo>
                <a:lnTo>
                  <a:pt x="940384" y="243677"/>
                </a:lnTo>
                <a:lnTo>
                  <a:pt x="839502" y="206150"/>
                </a:lnTo>
                <a:lnTo>
                  <a:pt x="732537" y="171057"/>
                </a:lnTo>
                <a:lnTo>
                  <a:pt x="616446" y="139615"/>
                </a:lnTo>
                <a:lnTo>
                  <a:pt x="488189" y="113041"/>
                </a:lnTo>
                <a:lnTo>
                  <a:pt x="344723" y="92553"/>
                </a:lnTo>
                <a:lnTo>
                  <a:pt x="183007" y="79368"/>
                </a:lnTo>
                <a:lnTo>
                  <a:pt x="0" y="74702"/>
                </a:lnTo>
                <a:close/>
              </a:path>
            </a:pathLst>
          </a:custGeom>
          <a:solidFill>
            <a:srgbClr val="C00000">
              <a:alpha val="45000"/>
            </a:srgbClr>
          </a:solidFill>
          <a:ln w="4974">
            <a:solidFill>
              <a:srgbClr val="C00000"/>
            </a:solidFill>
          </a:ln>
        </p:spPr>
      </p:sp>
      <p:sp>
        <p:nvSpPr>
          <p:cNvPr id="21" name="Box 11"/>
          <p:cNvSpPr/>
          <p:nvPr/>
        </p:nvSpPr>
        <p:spPr>
          <a:xfrm>
            <a:off x="798513" y="2803516"/>
            <a:ext cx="208915" cy="125776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4260533" y="1507641"/>
            <a:ext cx="208915" cy="3204488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7722553" y="1327150"/>
            <a:ext cx="208915" cy="20168"/>
          </a:xfrm>
          <a:prstGeom prst="rect">
            <a:avLst/>
          </a:prstGeom>
          <a:solidFill>
            <a:srgbClr val="70AD47"/>
          </a:solidFill>
          <a:ln>
            <a:noFill/>
          </a:ln>
        </p:spPr>
      </p:sp>
      <p:sp>
        <p:nvSpPr>
          <p:cNvPr id="24" name="Box 14"/>
          <p:cNvSpPr/>
          <p:nvPr/>
        </p:nvSpPr>
        <p:spPr>
          <a:xfrm>
            <a:off x="7722553" y="1794993"/>
            <a:ext cx="208915" cy="1032930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7722553" y="3275598"/>
            <a:ext cx="208915" cy="2826752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6" name="Box 16"/>
          <p:cNvSpPr/>
          <p:nvPr/>
        </p:nvSpPr>
        <p:spPr>
          <a:xfrm>
            <a:off x="11184573" y="2826884"/>
            <a:ext cx="208915" cy="100840"/>
          </a:xfrm>
          <a:prstGeom prst="rect">
            <a:avLst/>
          </a:prstGeom>
          <a:solidFill>
            <a:srgbClr val="5B9BD5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513" y="4508951"/>
            <a:ext cx="208915" cy="117035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4260533" y="5159804"/>
            <a:ext cx="208915" cy="762055"/>
          </a:xfrm>
          <a:prstGeom prst="rect">
            <a:avLst/>
          </a:prstGeom>
          <a:solidFill>
            <a:srgbClr val="2E8B8B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11184573" y="3375399"/>
            <a:ext cx="208915" cy="122721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0" name="Box 20"/>
          <p:cNvSpPr/>
          <p:nvPr/>
        </p:nvSpPr>
        <p:spPr>
          <a:xfrm>
            <a:off x="1067118" y="3208558"/>
            <a:ext cx="22980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Agricultural 'waste'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124.73</a:t>
            </a:r>
          </a:p>
        </p:txBody>
      </p:sp>
      <p:sp>
        <p:nvSpPr>
          <p:cNvPr id="31" name="Box 21"/>
          <p:cNvSpPr/>
          <p:nvPr/>
        </p:nvSpPr>
        <p:spPr>
          <a:xfrm>
            <a:off x="4529138" y="2886048"/>
            <a:ext cx="17011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Bio-conversion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317.78</a:t>
            </a:r>
          </a:p>
        </p:txBody>
      </p:sp>
      <p:sp>
        <p:nvSpPr>
          <p:cNvPr id="32" name="Box 22"/>
          <p:cNvSpPr/>
          <p:nvPr/>
        </p:nvSpPr>
        <p:spPr>
          <a:xfrm>
            <a:off x="6812280" y="111339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Liquid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33" name="Box 23"/>
          <p:cNvSpPr/>
          <p:nvPr/>
        </p:nvSpPr>
        <p:spPr>
          <a:xfrm>
            <a:off x="6857048" y="2087619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Solid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102.43</a:t>
            </a:r>
          </a:p>
        </p:txBody>
      </p:sp>
      <p:sp>
        <p:nvSpPr>
          <p:cNvPr id="34" name="Box 24"/>
          <p:cNvSpPr/>
          <p:nvPr/>
        </p:nvSpPr>
        <p:spPr>
          <a:xfrm>
            <a:off x="6857048" y="4465136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Gas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280.32</a:t>
            </a:r>
          </a:p>
        </p:txBody>
      </p:sp>
      <p:sp>
        <p:nvSpPr>
          <p:cNvPr id="35" name="Box 25"/>
          <p:cNvSpPr/>
          <p:nvPr/>
        </p:nvSpPr>
        <p:spPr>
          <a:xfrm>
            <a:off x="10274300" y="265346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Losses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36" name="Box 26"/>
          <p:cNvSpPr/>
          <p:nvPr/>
        </p:nvSpPr>
        <p:spPr>
          <a:xfrm>
            <a:off x="1067118" y="4343630"/>
            <a:ext cx="143256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 imports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11.61</a:t>
            </a:r>
          </a:p>
        </p:txBody>
      </p:sp>
      <p:sp>
        <p:nvSpPr>
          <p:cNvPr id="37" name="Box 27"/>
          <p:cNvSpPr/>
          <p:nvPr/>
        </p:nvSpPr>
        <p:spPr>
          <a:xfrm>
            <a:off x="4529138" y="5316994"/>
            <a:ext cx="71628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75.57</a:t>
            </a:r>
          </a:p>
        </p:txBody>
      </p:sp>
      <p:sp>
        <p:nvSpPr>
          <p:cNvPr id="38" name="Box 28"/>
          <p:cNvSpPr/>
          <p:nvPr/>
        </p:nvSpPr>
        <p:spPr>
          <a:xfrm>
            <a:off x="10169843" y="3765170"/>
            <a:ext cx="95504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Heating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121.7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sankey.md</dc:title>
  <dc:creator>md2nativedocx</dc:creator>
  <cp:lastModifiedBy>md2nativedocx</cp:lastModifiedBy>
  <dcterms:created xsi:type="dcterms:W3CDTF">2026-10-05T11:54:29Z</dcterms:created>
  <dcterms:modified xsi:type="dcterms:W3CDTF">2026-10-05T11:54:29Z</dcterms:modified>
</cp:coreProperties>
</file>