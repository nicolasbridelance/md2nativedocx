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sankey</a:t>
            </a:r>
          </a:p>
        </p:txBody>
      </p:sp>
      <p:sp>
        <p:nvSpPr>
          <p:cNvPr id="11" name="Shape 1"/>
          <p:cNvSpPr/>
          <p:nvPr/>
        </p:nvSpPr>
        <p:spPr>
          <a:xfrm>
            <a:off x="2952203" y="2213996"/>
            <a:ext cx="2044778" cy="117234"/>
          </a:xfrm>
          <a:custGeom>
            <a:avLst/>
            <a:gdLst/>
            <a:ahLst/>
            <a:cxnLst/>
            <a:rect l="0" t="0" r="0" b="0"/>
            <a:pathLst>
              <a:path w="2044778" h="117234">
                <a:moveTo>
                  <a:pt x="0" y="113450"/>
                </a:moveTo>
                <a:lnTo>
                  <a:pt x="180216" y="112176"/>
                </a:lnTo>
                <a:lnTo>
                  <a:pt x="339465" y="108576"/>
                </a:lnTo>
                <a:lnTo>
                  <a:pt x="480743" y="102981"/>
                </a:lnTo>
                <a:lnTo>
                  <a:pt x="607044" y="95724"/>
                </a:lnTo>
                <a:lnTo>
                  <a:pt x="721363" y="87137"/>
                </a:lnTo>
                <a:lnTo>
                  <a:pt x="826697" y="77554"/>
                </a:lnTo>
                <a:lnTo>
                  <a:pt x="926041" y="67306"/>
                </a:lnTo>
                <a:lnTo>
                  <a:pt x="1022389" y="56725"/>
                </a:lnTo>
                <a:lnTo>
                  <a:pt x="1118737" y="46145"/>
                </a:lnTo>
                <a:lnTo>
                  <a:pt x="1218081" y="35897"/>
                </a:lnTo>
                <a:lnTo>
                  <a:pt x="1323415" y="26313"/>
                </a:lnTo>
                <a:lnTo>
                  <a:pt x="1437734" y="17727"/>
                </a:lnTo>
                <a:lnTo>
                  <a:pt x="1564035" y="10470"/>
                </a:lnTo>
                <a:lnTo>
                  <a:pt x="1705313" y="4875"/>
                </a:lnTo>
                <a:lnTo>
                  <a:pt x="1864562" y="1274"/>
                </a:lnTo>
                <a:lnTo>
                  <a:pt x="2044778" y="0"/>
                </a:lnTo>
                <a:lnTo>
                  <a:pt x="2044778" y="3784"/>
                </a:lnTo>
                <a:lnTo>
                  <a:pt x="1864562" y="5058"/>
                </a:lnTo>
                <a:lnTo>
                  <a:pt x="1705313" y="8659"/>
                </a:lnTo>
                <a:lnTo>
                  <a:pt x="1564035" y="14254"/>
                </a:lnTo>
                <a:lnTo>
                  <a:pt x="1437734" y="21511"/>
                </a:lnTo>
                <a:lnTo>
                  <a:pt x="1323415" y="30097"/>
                </a:lnTo>
                <a:lnTo>
                  <a:pt x="1218081" y="39681"/>
                </a:lnTo>
                <a:lnTo>
                  <a:pt x="1118737" y="49929"/>
                </a:lnTo>
                <a:lnTo>
                  <a:pt x="1022389" y="60509"/>
                </a:lnTo>
                <a:lnTo>
                  <a:pt x="926041" y="71090"/>
                </a:lnTo>
                <a:lnTo>
                  <a:pt x="826697" y="81338"/>
                </a:lnTo>
                <a:lnTo>
                  <a:pt x="721363" y="90921"/>
                </a:lnTo>
                <a:lnTo>
                  <a:pt x="607044" y="99508"/>
                </a:lnTo>
                <a:lnTo>
                  <a:pt x="480743" y="106765"/>
                </a:lnTo>
                <a:lnTo>
                  <a:pt x="339465" y="112360"/>
                </a:lnTo>
                <a:lnTo>
                  <a:pt x="180216" y="115960"/>
                </a:lnTo>
                <a:lnTo>
                  <a:pt x="0" y="117234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2" name="Shape 2"/>
          <p:cNvSpPr/>
          <p:nvPr/>
        </p:nvSpPr>
        <p:spPr>
          <a:xfrm>
            <a:off x="776110" y="2327446"/>
            <a:ext cx="2044777" cy="1605117"/>
          </a:xfrm>
          <a:custGeom>
            <a:avLst/>
            <a:gdLst/>
            <a:ahLst/>
            <a:cxnLst/>
            <a:rect l="0" t="0" r="0" b="0"/>
            <a:pathLst>
              <a:path w="2044777" h="1605117">
                <a:moveTo>
                  <a:pt x="0" y="814537"/>
                </a:moveTo>
                <a:lnTo>
                  <a:pt x="180216" y="805389"/>
                </a:lnTo>
                <a:lnTo>
                  <a:pt x="339465" y="779537"/>
                </a:lnTo>
                <a:lnTo>
                  <a:pt x="480743" y="739367"/>
                </a:lnTo>
                <a:lnTo>
                  <a:pt x="607043" y="687265"/>
                </a:lnTo>
                <a:lnTo>
                  <a:pt x="721363" y="625618"/>
                </a:lnTo>
                <a:lnTo>
                  <a:pt x="826697" y="556812"/>
                </a:lnTo>
                <a:lnTo>
                  <a:pt x="926041" y="483234"/>
                </a:lnTo>
                <a:lnTo>
                  <a:pt x="1022389" y="407269"/>
                </a:lnTo>
                <a:lnTo>
                  <a:pt x="1118737" y="331303"/>
                </a:lnTo>
                <a:lnTo>
                  <a:pt x="1218080" y="257725"/>
                </a:lnTo>
                <a:lnTo>
                  <a:pt x="1323414" y="188919"/>
                </a:lnTo>
                <a:lnTo>
                  <a:pt x="1437734" y="127272"/>
                </a:lnTo>
                <a:lnTo>
                  <a:pt x="1564035" y="75170"/>
                </a:lnTo>
                <a:lnTo>
                  <a:pt x="1705312" y="35000"/>
                </a:lnTo>
                <a:lnTo>
                  <a:pt x="1864561" y="9148"/>
                </a:lnTo>
                <a:lnTo>
                  <a:pt x="2044777" y="0"/>
                </a:lnTo>
                <a:lnTo>
                  <a:pt x="2044777" y="790581"/>
                </a:lnTo>
                <a:lnTo>
                  <a:pt x="1864561" y="799728"/>
                </a:lnTo>
                <a:lnTo>
                  <a:pt x="1705312" y="825580"/>
                </a:lnTo>
                <a:lnTo>
                  <a:pt x="1564035" y="865750"/>
                </a:lnTo>
                <a:lnTo>
                  <a:pt x="1437734" y="917852"/>
                </a:lnTo>
                <a:lnTo>
                  <a:pt x="1323414" y="979499"/>
                </a:lnTo>
                <a:lnTo>
                  <a:pt x="1218080" y="1048305"/>
                </a:lnTo>
                <a:lnTo>
                  <a:pt x="1118737" y="1121884"/>
                </a:lnTo>
                <a:lnTo>
                  <a:pt x="1022389" y="1197849"/>
                </a:lnTo>
                <a:lnTo>
                  <a:pt x="926041" y="1273814"/>
                </a:lnTo>
                <a:lnTo>
                  <a:pt x="826697" y="1347393"/>
                </a:lnTo>
                <a:lnTo>
                  <a:pt x="721363" y="1416199"/>
                </a:lnTo>
                <a:lnTo>
                  <a:pt x="607043" y="1477846"/>
                </a:lnTo>
                <a:lnTo>
                  <a:pt x="480743" y="1529947"/>
                </a:lnTo>
                <a:lnTo>
                  <a:pt x="339465" y="1570117"/>
                </a:lnTo>
                <a:lnTo>
                  <a:pt x="180216" y="1595969"/>
                </a:lnTo>
                <a:lnTo>
                  <a:pt x="0" y="1605117"/>
                </a:lnTo>
                <a:close/>
              </a:path>
            </a:pathLst>
          </a:custGeom>
          <a:solidFill>
            <a:srgbClr val="4472C4">
              <a:alpha val="45000"/>
            </a:srgbClr>
          </a:solidFill>
          <a:ln w="3175">
            <a:solidFill>
              <a:srgbClr val="4472C4"/>
            </a:solidFill>
          </a:ln>
        </p:spPr>
      </p:sp>
      <p:sp>
        <p:nvSpPr>
          <p:cNvPr id="13" name="Shape 3"/>
          <p:cNvSpPr/>
          <p:nvPr/>
        </p:nvSpPr>
        <p:spPr>
          <a:xfrm>
            <a:off x="2952203" y="2331230"/>
            <a:ext cx="2044778" cy="347096"/>
          </a:xfrm>
          <a:custGeom>
            <a:avLst/>
            <a:gdLst/>
            <a:ahLst/>
            <a:cxnLst/>
            <a:rect l="0" t="0" r="0" b="0"/>
            <a:pathLst>
              <a:path w="2044778" h="347096">
                <a:moveTo>
                  <a:pt x="0" y="0"/>
                </a:moveTo>
                <a:lnTo>
                  <a:pt x="180216" y="1986"/>
                </a:lnTo>
                <a:lnTo>
                  <a:pt x="339465" y="7599"/>
                </a:lnTo>
                <a:lnTo>
                  <a:pt x="480743" y="16320"/>
                </a:lnTo>
                <a:lnTo>
                  <a:pt x="607044" y="27631"/>
                </a:lnTo>
                <a:lnTo>
                  <a:pt x="721363" y="41014"/>
                </a:lnTo>
                <a:lnTo>
                  <a:pt x="826697" y="55952"/>
                </a:lnTo>
                <a:lnTo>
                  <a:pt x="926041" y="71926"/>
                </a:lnTo>
                <a:lnTo>
                  <a:pt x="1022389" y="88417"/>
                </a:lnTo>
                <a:lnTo>
                  <a:pt x="1118737" y="104909"/>
                </a:lnTo>
                <a:lnTo>
                  <a:pt x="1218081" y="120883"/>
                </a:lnTo>
                <a:lnTo>
                  <a:pt x="1323415" y="135821"/>
                </a:lnTo>
                <a:lnTo>
                  <a:pt x="1437734" y="149204"/>
                </a:lnTo>
                <a:lnTo>
                  <a:pt x="1564035" y="160515"/>
                </a:lnTo>
                <a:lnTo>
                  <a:pt x="1705313" y="169236"/>
                </a:lnTo>
                <a:lnTo>
                  <a:pt x="1864562" y="174848"/>
                </a:lnTo>
                <a:lnTo>
                  <a:pt x="2044778" y="176834"/>
                </a:lnTo>
                <a:lnTo>
                  <a:pt x="2044778" y="347096"/>
                </a:lnTo>
                <a:lnTo>
                  <a:pt x="1864562" y="345110"/>
                </a:lnTo>
                <a:lnTo>
                  <a:pt x="1705313" y="339498"/>
                </a:lnTo>
                <a:lnTo>
                  <a:pt x="1564035" y="330777"/>
                </a:lnTo>
                <a:lnTo>
                  <a:pt x="1437734" y="319466"/>
                </a:lnTo>
                <a:lnTo>
                  <a:pt x="1323415" y="306082"/>
                </a:lnTo>
                <a:lnTo>
                  <a:pt x="1218081" y="291145"/>
                </a:lnTo>
                <a:lnTo>
                  <a:pt x="1118737" y="275171"/>
                </a:lnTo>
                <a:lnTo>
                  <a:pt x="1022389" y="258679"/>
                </a:lnTo>
                <a:lnTo>
                  <a:pt x="926041" y="242187"/>
                </a:lnTo>
                <a:lnTo>
                  <a:pt x="826697" y="226213"/>
                </a:lnTo>
                <a:lnTo>
                  <a:pt x="721363" y="211276"/>
                </a:lnTo>
                <a:lnTo>
                  <a:pt x="607044" y="197892"/>
                </a:lnTo>
                <a:lnTo>
                  <a:pt x="480743" y="186581"/>
                </a:lnTo>
                <a:lnTo>
                  <a:pt x="339465" y="177860"/>
                </a:lnTo>
                <a:lnTo>
                  <a:pt x="180216" y="172248"/>
                </a:lnTo>
                <a:lnTo>
                  <a:pt x="0" y="170262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4" name="Shape 4"/>
          <p:cNvSpPr/>
          <p:nvPr/>
        </p:nvSpPr>
        <p:spPr>
          <a:xfrm>
            <a:off x="2952203" y="2678326"/>
            <a:ext cx="2044778" cy="2423728"/>
          </a:xfrm>
          <a:custGeom>
            <a:avLst/>
            <a:gdLst/>
            <a:ahLst/>
            <a:cxnLst/>
            <a:rect l="0" t="0" r="0" b="0"/>
            <a:pathLst>
              <a:path w="2044778" h="2423728">
                <a:moveTo>
                  <a:pt x="0" y="1944730"/>
                </a:moveTo>
                <a:lnTo>
                  <a:pt x="180216" y="1922890"/>
                </a:lnTo>
                <a:lnTo>
                  <a:pt x="339465" y="1861167"/>
                </a:lnTo>
                <a:lnTo>
                  <a:pt x="480743" y="1765260"/>
                </a:lnTo>
                <a:lnTo>
                  <a:pt x="607044" y="1640866"/>
                </a:lnTo>
                <a:lnTo>
                  <a:pt x="721363" y="1493682"/>
                </a:lnTo>
                <a:lnTo>
                  <a:pt x="826697" y="1329405"/>
                </a:lnTo>
                <a:lnTo>
                  <a:pt x="926041" y="1153734"/>
                </a:lnTo>
                <a:lnTo>
                  <a:pt x="1022389" y="972365"/>
                </a:lnTo>
                <a:lnTo>
                  <a:pt x="1118737" y="790996"/>
                </a:lnTo>
                <a:lnTo>
                  <a:pt x="1218081" y="615325"/>
                </a:lnTo>
                <a:lnTo>
                  <a:pt x="1323415" y="451048"/>
                </a:lnTo>
                <a:lnTo>
                  <a:pt x="1437734" y="303864"/>
                </a:lnTo>
                <a:lnTo>
                  <a:pt x="1564035" y="179470"/>
                </a:lnTo>
                <a:lnTo>
                  <a:pt x="1705313" y="83563"/>
                </a:lnTo>
                <a:lnTo>
                  <a:pt x="1864562" y="21840"/>
                </a:lnTo>
                <a:lnTo>
                  <a:pt x="2044778" y="0"/>
                </a:lnTo>
                <a:lnTo>
                  <a:pt x="2044778" y="478998"/>
                </a:lnTo>
                <a:lnTo>
                  <a:pt x="1864562" y="500838"/>
                </a:lnTo>
                <a:lnTo>
                  <a:pt x="1705313" y="562561"/>
                </a:lnTo>
                <a:lnTo>
                  <a:pt x="1564035" y="658468"/>
                </a:lnTo>
                <a:lnTo>
                  <a:pt x="1437734" y="782862"/>
                </a:lnTo>
                <a:lnTo>
                  <a:pt x="1323415" y="930046"/>
                </a:lnTo>
                <a:lnTo>
                  <a:pt x="1218081" y="1094323"/>
                </a:lnTo>
                <a:lnTo>
                  <a:pt x="1118737" y="1269994"/>
                </a:lnTo>
                <a:lnTo>
                  <a:pt x="1022389" y="1451363"/>
                </a:lnTo>
                <a:lnTo>
                  <a:pt x="926041" y="1632732"/>
                </a:lnTo>
                <a:lnTo>
                  <a:pt x="826697" y="1808403"/>
                </a:lnTo>
                <a:lnTo>
                  <a:pt x="721363" y="1972680"/>
                </a:lnTo>
                <a:lnTo>
                  <a:pt x="607044" y="2119864"/>
                </a:lnTo>
                <a:lnTo>
                  <a:pt x="480743" y="2244258"/>
                </a:lnTo>
                <a:lnTo>
                  <a:pt x="339465" y="2340165"/>
                </a:lnTo>
                <a:lnTo>
                  <a:pt x="180216" y="2401888"/>
                </a:lnTo>
                <a:lnTo>
                  <a:pt x="0" y="2423728"/>
                </a:lnTo>
                <a:close/>
              </a:path>
            </a:pathLst>
          </a:custGeom>
          <a:solidFill>
            <a:srgbClr val="2E8B8B">
              <a:alpha val="45000"/>
            </a:srgbClr>
          </a:solidFill>
          <a:ln w="3175">
            <a:solidFill>
              <a:srgbClr val="2E8B8B"/>
            </a:solidFill>
          </a:ln>
        </p:spPr>
      </p:sp>
      <p:sp>
        <p:nvSpPr>
          <p:cNvPr id="15" name="Shape 5"/>
          <p:cNvSpPr/>
          <p:nvPr/>
        </p:nvSpPr>
        <p:spPr>
          <a:xfrm>
            <a:off x="2952203" y="2501492"/>
            <a:ext cx="4220871" cy="718564"/>
          </a:xfrm>
          <a:custGeom>
            <a:avLst/>
            <a:gdLst/>
            <a:ahLst/>
            <a:cxnLst/>
            <a:rect l="0" t="0" r="0" b="0"/>
            <a:pathLst>
              <a:path w="4220871" h="718564">
                <a:moveTo>
                  <a:pt x="0" y="0"/>
                </a:moveTo>
                <a:lnTo>
                  <a:pt x="372006" y="7358"/>
                </a:lnTo>
                <a:lnTo>
                  <a:pt x="700731" y="28152"/>
                </a:lnTo>
                <a:lnTo>
                  <a:pt x="992358" y="60463"/>
                </a:lnTo>
                <a:lnTo>
                  <a:pt x="1253071" y="102372"/>
                </a:lnTo>
                <a:lnTo>
                  <a:pt x="1489053" y="151958"/>
                </a:lnTo>
                <a:lnTo>
                  <a:pt x="1706485" y="207303"/>
                </a:lnTo>
                <a:lnTo>
                  <a:pt x="1911552" y="266487"/>
                </a:lnTo>
                <a:lnTo>
                  <a:pt x="2110436" y="327590"/>
                </a:lnTo>
                <a:lnTo>
                  <a:pt x="2309319" y="388693"/>
                </a:lnTo>
                <a:lnTo>
                  <a:pt x="2514386" y="447877"/>
                </a:lnTo>
                <a:lnTo>
                  <a:pt x="2731819" y="503222"/>
                </a:lnTo>
                <a:lnTo>
                  <a:pt x="2967800" y="552808"/>
                </a:lnTo>
                <a:lnTo>
                  <a:pt x="3228513" y="594716"/>
                </a:lnTo>
                <a:lnTo>
                  <a:pt x="3520140" y="627028"/>
                </a:lnTo>
                <a:lnTo>
                  <a:pt x="3848865" y="647822"/>
                </a:lnTo>
                <a:lnTo>
                  <a:pt x="4220871" y="655180"/>
                </a:lnTo>
                <a:lnTo>
                  <a:pt x="4220871" y="718564"/>
                </a:lnTo>
                <a:lnTo>
                  <a:pt x="3848865" y="711206"/>
                </a:lnTo>
                <a:lnTo>
                  <a:pt x="3520140" y="690411"/>
                </a:lnTo>
                <a:lnTo>
                  <a:pt x="3228513" y="658100"/>
                </a:lnTo>
                <a:lnTo>
                  <a:pt x="2967800" y="616192"/>
                </a:lnTo>
                <a:lnTo>
                  <a:pt x="2731819" y="566606"/>
                </a:lnTo>
                <a:lnTo>
                  <a:pt x="2514386" y="511261"/>
                </a:lnTo>
                <a:lnTo>
                  <a:pt x="2309319" y="452077"/>
                </a:lnTo>
                <a:lnTo>
                  <a:pt x="2110436" y="390974"/>
                </a:lnTo>
                <a:lnTo>
                  <a:pt x="1911552" y="329871"/>
                </a:lnTo>
                <a:lnTo>
                  <a:pt x="1706485" y="270687"/>
                </a:lnTo>
                <a:lnTo>
                  <a:pt x="1489053" y="215342"/>
                </a:lnTo>
                <a:lnTo>
                  <a:pt x="1253071" y="165756"/>
                </a:lnTo>
                <a:lnTo>
                  <a:pt x="992358" y="123847"/>
                </a:lnTo>
                <a:lnTo>
                  <a:pt x="700731" y="91536"/>
                </a:lnTo>
                <a:lnTo>
                  <a:pt x="372006" y="70742"/>
                </a:lnTo>
                <a:lnTo>
                  <a:pt x="0" y="63384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6" name="Shape 6"/>
          <p:cNvSpPr/>
          <p:nvPr/>
        </p:nvSpPr>
        <p:spPr>
          <a:xfrm>
            <a:off x="2952203" y="2564876"/>
            <a:ext cx="2044778" cy="2650628"/>
          </a:xfrm>
          <a:custGeom>
            <a:avLst/>
            <a:gdLst/>
            <a:ahLst/>
            <a:cxnLst/>
            <a:rect l="0" t="0" r="0" b="0"/>
            <a:pathLst>
              <a:path w="2044778" h="2650628">
                <a:moveTo>
                  <a:pt x="0" y="0"/>
                </a:moveTo>
                <a:lnTo>
                  <a:pt x="180216" y="9814"/>
                </a:lnTo>
                <a:lnTo>
                  <a:pt x="339465" y="37548"/>
                </a:lnTo>
                <a:lnTo>
                  <a:pt x="480743" y="80642"/>
                </a:lnTo>
                <a:lnTo>
                  <a:pt x="607044" y="136537"/>
                </a:lnTo>
                <a:lnTo>
                  <a:pt x="721363" y="202673"/>
                </a:lnTo>
                <a:lnTo>
                  <a:pt x="826697" y="276488"/>
                </a:lnTo>
                <a:lnTo>
                  <a:pt x="926041" y="355424"/>
                </a:lnTo>
                <a:lnTo>
                  <a:pt x="1022389" y="436920"/>
                </a:lnTo>
                <a:lnTo>
                  <a:pt x="1118737" y="518415"/>
                </a:lnTo>
                <a:lnTo>
                  <a:pt x="1218081" y="597351"/>
                </a:lnTo>
                <a:lnTo>
                  <a:pt x="1323415" y="671167"/>
                </a:lnTo>
                <a:lnTo>
                  <a:pt x="1437734" y="737302"/>
                </a:lnTo>
                <a:lnTo>
                  <a:pt x="1564035" y="793197"/>
                </a:lnTo>
                <a:lnTo>
                  <a:pt x="1705313" y="836292"/>
                </a:lnTo>
                <a:lnTo>
                  <a:pt x="1864562" y="864026"/>
                </a:lnTo>
                <a:lnTo>
                  <a:pt x="2044778" y="873839"/>
                </a:lnTo>
                <a:lnTo>
                  <a:pt x="2044778" y="2650628"/>
                </a:lnTo>
                <a:lnTo>
                  <a:pt x="1864562" y="2640814"/>
                </a:lnTo>
                <a:lnTo>
                  <a:pt x="1705313" y="2613080"/>
                </a:lnTo>
                <a:lnTo>
                  <a:pt x="1564035" y="2569986"/>
                </a:lnTo>
                <a:lnTo>
                  <a:pt x="1437734" y="2514091"/>
                </a:lnTo>
                <a:lnTo>
                  <a:pt x="1323415" y="2447955"/>
                </a:lnTo>
                <a:lnTo>
                  <a:pt x="1218081" y="2374140"/>
                </a:lnTo>
                <a:lnTo>
                  <a:pt x="1118737" y="2295204"/>
                </a:lnTo>
                <a:lnTo>
                  <a:pt x="1022389" y="2213708"/>
                </a:lnTo>
                <a:lnTo>
                  <a:pt x="926041" y="2132213"/>
                </a:lnTo>
                <a:lnTo>
                  <a:pt x="826697" y="2053277"/>
                </a:lnTo>
                <a:lnTo>
                  <a:pt x="721363" y="1979461"/>
                </a:lnTo>
                <a:lnTo>
                  <a:pt x="607044" y="1913326"/>
                </a:lnTo>
                <a:lnTo>
                  <a:pt x="480743" y="1857431"/>
                </a:lnTo>
                <a:lnTo>
                  <a:pt x="339465" y="1814336"/>
                </a:lnTo>
                <a:lnTo>
                  <a:pt x="180216" y="1786602"/>
                </a:lnTo>
                <a:lnTo>
                  <a:pt x="0" y="1776789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7" name="Shape 7"/>
          <p:cNvSpPr/>
          <p:nvPr/>
        </p:nvSpPr>
        <p:spPr>
          <a:xfrm>
            <a:off x="5128297" y="3438715"/>
            <a:ext cx="2044777" cy="834113"/>
          </a:xfrm>
          <a:custGeom>
            <a:avLst/>
            <a:gdLst/>
            <a:ahLst/>
            <a:cxnLst/>
            <a:rect l="0" t="0" r="0" b="0"/>
            <a:pathLst>
              <a:path w="2044777" h="834113">
                <a:moveTo>
                  <a:pt x="0" y="0"/>
                </a:moveTo>
                <a:lnTo>
                  <a:pt x="180216" y="3709"/>
                </a:lnTo>
                <a:lnTo>
                  <a:pt x="339465" y="14189"/>
                </a:lnTo>
                <a:lnTo>
                  <a:pt x="480742" y="30474"/>
                </a:lnTo>
                <a:lnTo>
                  <a:pt x="607043" y="51596"/>
                </a:lnTo>
                <a:lnTo>
                  <a:pt x="721363" y="76588"/>
                </a:lnTo>
                <a:lnTo>
                  <a:pt x="826697" y="104481"/>
                </a:lnTo>
                <a:lnTo>
                  <a:pt x="926040" y="134310"/>
                </a:lnTo>
                <a:lnTo>
                  <a:pt x="1022388" y="165106"/>
                </a:lnTo>
                <a:lnTo>
                  <a:pt x="1118736" y="195902"/>
                </a:lnTo>
                <a:lnTo>
                  <a:pt x="1218080" y="225731"/>
                </a:lnTo>
                <a:lnTo>
                  <a:pt x="1323414" y="253625"/>
                </a:lnTo>
                <a:lnTo>
                  <a:pt x="1437734" y="278616"/>
                </a:lnTo>
                <a:lnTo>
                  <a:pt x="1564034" y="299738"/>
                </a:lnTo>
                <a:lnTo>
                  <a:pt x="1705312" y="316023"/>
                </a:lnTo>
                <a:lnTo>
                  <a:pt x="1864561" y="326503"/>
                </a:lnTo>
                <a:lnTo>
                  <a:pt x="2044777" y="330212"/>
                </a:lnTo>
                <a:lnTo>
                  <a:pt x="2044777" y="834113"/>
                </a:lnTo>
                <a:lnTo>
                  <a:pt x="1864561" y="830405"/>
                </a:lnTo>
                <a:lnTo>
                  <a:pt x="1705312" y="819925"/>
                </a:lnTo>
                <a:lnTo>
                  <a:pt x="1564034" y="803640"/>
                </a:lnTo>
                <a:lnTo>
                  <a:pt x="1437734" y="782518"/>
                </a:lnTo>
                <a:lnTo>
                  <a:pt x="1323414" y="757526"/>
                </a:lnTo>
                <a:lnTo>
                  <a:pt x="1218080" y="729632"/>
                </a:lnTo>
                <a:lnTo>
                  <a:pt x="1118736" y="699804"/>
                </a:lnTo>
                <a:lnTo>
                  <a:pt x="1022388" y="669008"/>
                </a:lnTo>
                <a:lnTo>
                  <a:pt x="926040" y="638212"/>
                </a:lnTo>
                <a:lnTo>
                  <a:pt x="826697" y="608383"/>
                </a:lnTo>
                <a:lnTo>
                  <a:pt x="721363" y="580489"/>
                </a:lnTo>
                <a:lnTo>
                  <a:pt x="607043" y="555498"/>
                </a:lnTo>
                <a:lnTo>
                  <a:pt x="480742" y="534376"/>
                </a:lnTo>
                <a:lnTo>
                  <a:pt x="339465" y="518091"/>
                </a:lnTo>
                <a:lnTo>
                  <a:pt x="180216" y="507610"/>
                </a:lnTo>
                <a:lnTo>
                  <a:pt x="0" y="503902"/>
                </a:lnTo>
                <a:close/>
              </a:path>
            </a:pathLst>
          </a:custGeom>
          <a:solidFill>
            <a:srgbClr val="7030A0">
              <a:alpha val="45000"/>
            </a:srgbClr>
          </a:solidFill>
          <a:ln w="3175">
            <a:solidFill>
              <a:srgbClr val="7030A0"/>
            </a:solidFill>
          </a:ln>
        </p:spPr>
      </p:sp>
      <p:sp>
        <p:nvSpPr>
          <p:cNvPr id="18" name="Shape 8"/>
          <p:cNvSpPr/>
          <p:nvPr/>
        </p:nvSpPr>
        <p:spPr>
          <a:xfrm>
            <a:off x="5128297" y="2508064"/>
            <a:ext cx="2044777" cy="1260863"/>
          </a:xfrm>
          <a:custGeom>
            <a:avLst/>
            <a:gdLst/>
            <a:ahLst/>
            <a:cxnLst/>
            <a:rect l="0" t="0" r="0" b="0"/>
            <a:pathLst>
              <a:path w="2044777" h="1260863">
                <a:moveTo>
                  <a:pt x="0" y="0"/>
                </a:moveTo>
                <a:lnTo>
                  <a:pt x="180216" y="11299"/>
                </a:lnTo>
                <a:lnTo>
                  <a:pt x="339465" y="43229"/>
                </a:lnTo>
                <a:lnTo>
                  <a:pt x="480742" y="92845"/>
                </a:lnTo>
                <a:lnTo>
                  <a:pt x="607043" y="157197"/>
                </a:lnTo>
                <a:lnTo>
                  <a:pt x="721363" y="233339"/>
                </a:lnTo>
                <a:lnTo>
                  <a:pt x="826697" y="318324"/>
                </a:lnTo>
                <a:lnTo>
                  <a:pt x="926040" y="409203"/>
                </a:lnTo>
                <a:lnTo>
                  <a:pt x="1022388" y="503030"/>
                </a:lnTo>
                <a:lnTo>
                  <a:pt x="1118736" y="596857"/>
                </a:lnTo>
                <a:lnTo>
                  <a:pt x="1218080" y="687736"/>
                </a:lnTo>
                <a:lnTo>
                  <a:pt x="1323414" y="772721"/>
                </a:lnTo>
                <a:lnTo>
                  <a:pt x="1437734" y="848863"/>
                </a:lnTo>
                <a:lnTo>
                  <a:pt x="1564034" y="913215"/>
                </a:lnTo>
                <a:lnTo>
                  <a:pt x="1705312" y="962831"/>
                </a:lnTo>
                <a:lnTo>
                  <a:pt x="1864561" y="994761"/>
                </a:lnTo>
                <a:lnTo>
                  <a:pt x="2044777" y="1006060"/>
                </a:lnTo>
                <a:lnTo>
                  <a:pt x="2044777" y="1260863"/>
                </a:lnTo>
                <a:lnTo>
                  <a:pt x="1864561" y="1249564"/>
                </a:lnTo>
                <a:lnTo>
                  <a:pt x="1705312" y="1217634"/>
                </a:lnTo>
                <a:lnTo>
                  <a:pt x="1564034" y="1168019"/>
                </a:lnTo>
                <a:lnTo>
                  <a:pt x="1437734" y="1103666"/>
                </a:lnTo>
                <a:lnTo>
                  <a:pt x="1323414" y="1027524"/>
                </a:lnTo>
                <a:lnTo>
                  <a:pt x="1218080" y="942539"/>
                </a:lnTo>
                <a:lnTo>
                  <a:pt x="1118736" y="851660"/>
                </a:lnTo>
                <a:lnTo>
                  <a:pt x="1022388" y="757833"/>
                </a:lnTo>
                <a:lnTo>
                  <a:pt x="926040" y="664006"/>
                </a:lnTo>
                <a:lnTo>
                  <a:pt x="826697" y="573127"/>
                </a:lnTo>
                <a:lnTo>
                  <a:pt x="721363" y="488142"/>
                </a:lnTo>
                <a:lnTo>
                  <a:pt x="607043" y="412000"/>
                </a:lnTo>
                <a:lnTo>
                  <a:pt x="480742" y="347648"/>
                </a:lnTo>
                <a:lnTo>
                  <a:pt x="339465" y="298033"/>
                </a:lnTo>
                <a:lnTo>
                  <a:pt x="180216" y="266102"/>
                </a:lnTo>
                <a:lnTo>
                  <a:pt x="0" y="254803"/>
                </a:lnTo>
                <a:close/>
              </a:path>
            </a:pathLst>
          </a:custGeom>
          <a:solidFill>
            <a:srgbClr val="FFC000">
              <a:alpha val="45000"/>
            </a:srgbClr>
          </a:solidFill>
          <a:ln w="3175">
            <a:solidFill>
              <a:srgbClr val="FFC000"/>
            </a:solidFill>
          </a:ln>
        </p:spPr>
      </p:sp>
      <p:sp>
        <p:nvSpPr>
          <p:cNvPr id="19" name="Shape 9"/>
          <p:cNvSpPr/>
          <p:nvPr/>
        </p:nvSpPr>
        <p:spPr>
          <a:xfrm>
            <a:off x="5128297" y="2213996"/>
            <a:ext cx="2044777" cy="1300128"/>
          </a:xfrm>
          <a:custGeom>
            <a:avLst/>
            <a:gdLst/>
            <a:ahLst/>
            <a:cxnLst/>
            <a:rect l="0" t="0" r="0" b="0"/>
            <a:pathLst>
              <a:path w="2044777" h="1300128">
                <a:moveTo>
                  <a:pt x="0" y="0"/>
                </a:moveTo>
                <a:lnTo>
                  <a:pt x="180216" y="14459"/>
                </a:lnTo>
                <a:lnTo>
                  <a:pt x="339465" y="55320"/>
                </a:lnTo>
                <a:lnTo>
                  <a:pt x="480742" y="118813"/>
                </a:lnTo>
                <a:lnTo>
                  <a:pt x="607043" y="201164"/>
                </a:lnTo>
                <a:lnTo>
                  <a:pt x="721363" y="298603"/>
                </a:lnTo>
                <a:lnTo>
                  <a:pt x="826697" y="407358"/>
                </a:lnTo>
                <a:lnTo>
                  <a:pt x="926040" y="523656"/>
                </a:lnTo>
                <a:lnTo>
                  <a:pt x="1022388" y="643726"/>
                </a:lnTo>
                <a:lnTo>
                  <a:pt x="1118736" y="763796"/>
                </a:lnTo>
                <a:lnTo>
                  <a:pt x="1218080" y="880094"/>
                </a:lnTo>
                <a:lnTo>
                  <a:pt x="1323414" y="988848"/>
                </a:lnTo>
                <a:lnTo>
                  <a:pt x="1437734" y="1086287"/>
                </a:lnTo>
                <a:lnTo>
                  <a:pt x="1564034" y="1168638"/>
                </a:lnTo>
                <a:lnTo>
                  <a:pt x="1705312" y="1232131"/>
                </a:lnTo>
                <a:lnTo>
                  <a:pt x="1864561" y="1272992"/>
                </a:lnTo>
                <a:lnTo>
                  <a:pt x="2044777" y="1287451"/>
                </a:lnTo>
                <a:lnTo>
                  <a:pt x="2044777" y="1300128"/>
                </a:lnTo>
                <a:lnTo>
                  <a:pt x="1864561" y="1285669"/>
                </a:lnTo>
                <a:lnTo>
                  <a:pt x="1705312" y="1244808"/>
                </a:lnTo>
                <a:lnTo>
                  <a:pt x="1564034" y="1181315"/>
                </a:lnTo>
                <a:lnTo>
                  <a:pt x="1437734" y="1098964"/>
                </a:lnTo>
                <a:lnTo>
                  <a:pt x="1323414" y="1001525"/>
                </a:lnTo>
                <a:lnTo>
                  <a:pt x="1218080" y="892770"/>
                </a:lnTo>
                <a:lnTo>
                  <a:pt x="1118736" y="776472"/>
                </a:lnTo>
                <a:lnTo>
                  <a:pt x="1022388" y="656402"/>
                </a:lnTo>
                <a:lnTo>
                  <a:pt x="926040" y="536333"/>
                </a:lnTo>
                <a:lnTo>
                  <a:pt x="826697" y="420034"/>
                </a:lnTo>
                <a:lnTo>
                  <a:pt x="721363" y="311280"/>
                </a:lnTo>
                <a:lnTo>
                  <a:pt x="607043" y="213841"/>
                </a:lnTo>
                <a:lnTo>
                  <a:pt x="480742" y="131490"/>
                </a:lnTo>
                <a:lnTo>
                  <a:pt x="339465" y="67997"/>
                </a:lnTo>
                <a:lnTo>
                  <a:pt x="180216" y="27136"/>
                </a:lnTo>
                <a:lnTo>
                  <a:pt x="0" y="12677"/>
                </a:lnTo>
                <a:close/>
              </a:path>
            </a:pathLst>
          </a:custGeom>
          <a:solidFill>
            <a:srgbClr val="70AD47">
              <a:alpha val="45000"/>
            </a:srgbClr>
          </a:solidFill>
          <a:ln w="3175">
            <a:solidFill>
              <a:srgbClr val="70AD47"/>
            </a:solidFill>
          </a:ln>
        </p:spPr>
      </p:sp>
      <p:sp>
        <p:nvSpPr>
          <p:cNvPr id="20" name="Shape 10"/>
          <p:cNvSpPr/>
          <p:nvPr/>
        </p:nvSpPr>
        <p:spPr>
          <a:xfrm>
            <a:off x="776110" y="4213954"/>
            <a:ext cx="2044777" cy="482665"/>
          </a:xfrm>
          <a:custGeom>
            <a:avLst/>
            <a:gdLst/>
            <a:ahLst/>
            <a:cxnLst/>
            <a:rect l="0" t="0" r="0" b="0"/>
            <a:pathLst>
              <a:path w="2044777" h="482665">
                <a:moveTo>
                  <a:pt x="0" y="0"/>
                </a:moveTo>
                <a:lnTo>
                  <a:pt x="180216" y="4595"/>
                </a:lnTo>
                <a:lnTo>
                  <a:pt x="339465" y="17579"/>
                </a:lnTo>
                <a:lnTo>
                  <a:pt x="480743" y="37754"/>
                </a:lnTo>
                <a:lnTo>
                  <a:pt x="607043" y="63922"/>
                </a:lnTo>
                <a:lnTo>
                  <a:pt x="721363" y="94885"/>
                </a:lnTo>
                <a:lnTo>
                  <a:pt x="826697" y="129443"/>
                </a:lnTo>
                <a:lnTo>
                  <a:pt x="926041" y="166398"/>
                </a:lnTo>
                <a:lnTo>
                  <a:pt x="1022389" y="204551"/>
                </a:lnTo>
                <a:lnTo>
                  <a:pt x="1118737" y="242705"/>
                </a:lnTo>
                <a:lnTo>
                  <a:pt x="1218080" y="279660"/>
                </a:lnTo>
                <a:lnTo>
                  <a:pt x="1323414" y="314218"/>
                </a:lnTo>
                <a:lnTo>
                  <a:pt x="1437734" y="345180"/>
                </a:lnTo>
                <a:lnTo>
                  <a:pt x="1564035" y="371348"/>
                </a:lnTo>
                <a:lnTo>
                  <a:pt x="1705312" y="391523"/>
                </a:lnTo>
                <a:lnTo>
                  <a:pt x="1864561" y="404507"/>
                </a:lnTo>
                <a:lnTo>
                  <a:pt x="2044777" y="409102"/>
                </a:lnTo>
                <a:lnTo>
                  <a:pt x="2044777" y="482665"/>
                </a:lnTo>
                <a:lnTo>
                  <a:pt x="1864561" y="478071"/>
                </a:lnTo>
                <a:lnTo>
                  <a:pt x="1705312" y="465087"/>
                </a:lnTo>
                <a:lnTo>
                  <a:pt x="1564035" y="444911"/>
                </a:lnTo>
                <a:lnTo>
                  <a:pt x="1437734" y="418743"/>
                </a:lnTo>
                <a:lnTo>
                  <a:pt x="1323414" y="387781"/>
                </a:lnTo>
                <a:lnTo>
                  <a:pt x="1218080" y="353223"/>
                </a:lnTo>
                <a:lnTo>
                  <a:pt x="1118737" y="316268"/>
                </a:lnTo>
                <a:lnTo>
                  <a:pt x="1022389" y="278114"/>
                </a:lnTo>
                <a:lnTo>
                  <a:pt x="926041" y="239961"/>
                </a:lnTo>
                <a:lnTo>
                  <a:pt x="826697" y="203006"/>
                </a:lnTo>
                <a:lnTo>
                  <a:pt x="721363" y="168448"/>
                </a:lnTo>
                <a:lnTo>
                  <a:pt x="607043" y="137486"/>
                </a:lnTo>
                <a:lnTo>
                  <a:pt x="480743" y="111318"/>
                </a:lnTo>
                <a:lnTo>
                  <a:pt x="339465" y="91142"/>
                </a:lnTo>
                <a:lnTo>
                  <a:pt x="180216" y="78158"/>
                </a:lnTo>
                <a:lnTo>
                  <a:pt x="0" y="73564"/>
                </a:lnTo>
                <a:close/>
              </a:path>
            </a:pathLst>
          </a:custGeom>
          <a:solidFill>
            <a:srgbClr val="C00000">
              <a:alpha val="45000"/>
            </a:srgbClr>
          </a:solidFill>
          <a:ln w="3175">
            <a:solidFill>
              <a:srgbClr val="C00000"/>
            </a:solidFill>
          </a:ln>
        </p:spPr>
      </p:sp>
      <p:sp>
        <p:nvSpPr>
          <p:cNvPr id="21" name="Box 11"/>
          <p:cNvSpPr/>
          <p:nvPr/>
        </p:nvSpPr>
        <p:spPr>
          <a:xfrm>
            <a:off x="644794" y="3141983"/>
            <a:ext cx="131316" cy="79058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2" name="Box 12"/>
          <p:cNvSpPr/>
          <p:nvPr/>
        </p:nvSpPr>
        <p:spPr>
          <a:xfrm>
            <a:off x="2820887" y="2327446"/>
            <a:ext cx="131316" cy="2014218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4996981" y="2213996"/>
            <a:ext cx="131316" cy="12677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24" name="Box 14"/>
          <p:cNvSpPr/>
          <p:nvPr/>
        </p:nvSpPr>
        <p:spPr>
          <a:xfrm>
            <a:off x="4996981" y="2508064"/>
            <a:ext cx="131316" cy="649260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4996981" y="3438715"/>
            <a:ext cx="131316" cy="1776789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6" name="Box 16"/>
          <p:cNvSpPr/>
          <p:nvPr/>
        </p:nvSpPr>
        <p:spPr>
          <a:xfrm>
            <a:off x="7173074" y="3156672"/>
            <a:ext cx="131316" cy="63384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644794" y="4213954"/>
            <a:ext cx="131316" cy="73563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8" name="Box 18"/>
          <p:cNvSpPr/>
          <p:nvPr/>
        </p:nvSpPr>
        <p:spPr>
          <a:xfrm>
            <a:off x="2820887" y="4623056"/>
            <a:ext cx="131316" cy="478998"/>
          </a:xfrm>
          <a:prstGeom prst="rect">
            <a:avLst/>
          </a:prstGeom>
          <a:solidFill>
            <a:srgbClr val="2E8B8B"/>
          </a:solidFill>
          <a:ln>
            <a:noFill/>
          </a:ln>
        </p:spPr>
      </p:sp>
      <p:sp>
        <p:nvSpPr>
          <p:cNvPr id="29" name="Box 19"/>
          <p:cNvSpPr/>
          <p:nvPr/>
        </p:nvSpPr>
        <p:spPr>
          <a:xfrm>
            <a:off x="7173074" y="3501447"/>
            <a:ext cx="131316" cy="77138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0" name="Box 20"/>
          <p:cNvSpPr/>
          <p:nvPr/>
        </p:nvSpPr>
        <p:spPr>
          <a:xfrm>
            <a:off x="813629" y="3396577"/>
            <a:ext cx="1444476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Agricultural 'waste'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124.73</a:t>
            </a:r>
          </a:p>
        </p:txBody>
      </p:sp>
      <p:sp>
        <p:nvSpPr>
          <p:cNvPr id="31" name="Box 21"/>
          <p:cNvSpPr/>
          <p:nvPr/>
        </p:nvSpPr>
        <p:spPr>
          <a:xfrm>
            <a:off x="2989722" y="3193860"/>
            <a:ext cx="1069287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Bio-conversion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317.78</a:t>
            </a:r>
          </a:p>
        </p:txBody>
      </p:sp>
      <p:sp>
        <p:nvSpPr>
          <p:cNvPr id="32" name="Box 22"/>
          <p:cNvSpPr/>
          <p:nvPr/>
        </p:nvSpPr>
        <p:spPr>
          <a:xfrm>
            <a:off x="4424818" y="2079639"/>
            <a:ext cx="53464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Liquid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Box 23"/>
          <p:cNvSpPr/>
          <p:nvPr/>
        </p:nvSpPr>
        <p:spPr>
          <a:xfrm>
            <a:off x="4452957" y="2691999"/>
            <a:ext cx="50650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Solid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102.43</a:t>
            </a:r>
          </a:p>
        </p:txBody>
      </p:sp>
      <p:sp>
        <p:nvSpPr>
          <p:cNvPr id="34" name="Box 24"/>
          <p:cNvSpPr/>
          <p:nvPr/>
        </p:nvSpPr>
        <p:spPr>
          <a:xfrm>
            <a:off x="4452957" y="4186414"/>
            <a:ext cx="50650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Gas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280.32</a:t>
            </a:r>
          </a:p>
        </p:txBody>
      </p:sp>
      <p:sp>
        <p:nvSpPr>
          <p:cNvPr id="35" name="Box 25"/>
          <p:cNvSpPr/>
          <p:nvPr/>
        </p:nvSpPr>
        <p:spPr>
          <a:xfrm>
            <a:off x="6600911" y="3047668"/>
            <a:ext cx="53464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Losses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36" name="Box 26"/>
          <p:cNvSpPr/>
          <p:nvPr/>
        </p:nvSpPr>
        <p:spPr>
          <a:xfrm>
            <a:off x="813629" y="4110040"/>
            <a:ext cx="900452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Coal imports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11.61</a:t>
            </a:r>
          </a:p>
        </p:txBody>
      </p:sp>
      <p:sp>
        <p:nvSpPr>
          <p:cNvPr id="37" name="Box 27"/>
          <p:cNvSpPr/>
          <p:nvPr/>
        </p:nvSpPr>
        <p:spPr>
          <a:xfrm>
            <a:off x="2989722" y="4721859"/>
            <a:ext cx="450226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75.57</a:t>
            </a:r>
          </a:p>
        </p:txBody>
      </p:sp>
      <p:sp>
        <p:nvSpPr>
          <p:cNvPr id="38" name="Box 28"/>
          <p:cNvSpPr/>
          <p:nvPr/>
        </p:nvSpPr>
        <p:spPr>
          <a:xfrm>
            <a:off x="6535253" y="3746442"/>
            <a:ext cx="600302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Heating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121.7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sankey-beta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Agricultural 'waste',Bio-conversion,124.729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Bio-conversion,Liquid,0.597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Bio-conversion,Solid,26.862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Bio-conversion,Gas,280.322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Bio-conversion,Losses,10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Coal imports,Coal,11.606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Coal,Solid,75.571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Gas,Heating,79.5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Solid,Heating,40.2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Liquid,Heating,2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sankey.md</dc:title>
  <dc:creator>md2nativedocx</dc:creator>
  <cp:lastModifiedBy>md2nativedocx</cp:lastModifiedBy>
  <dcterms:created xsi:type="dcterms:W3CDTF">2026-10-05T12:12:55Z</dcterms:created>
  <dcterms:modified xsi:type="dcterms:W3CDTF">2026-10-05T12:12:55Z</dcterms:modified>
</cp:coreProperties>
</file>