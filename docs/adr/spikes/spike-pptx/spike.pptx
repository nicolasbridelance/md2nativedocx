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 A"/>
          <p:cNvSpPr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solidFill>
            <a:srgbClr val="D9E2F3"/>
          </a:solidFill>
          <a:ln w="12700">
            <a:solidFill>
              <a:srgbClr val="2F5496"/>
            </a:solidFill>
          </a:ln>
        </p:spPr>
        <p:txBody>
          <a:bodyPr anchor="ctr" wrap="square"/>
          <a:lstStyle/>
          <a:p>
            <a:pPr algn="ctr"/>
            <a:r>
              <a:rPr lang="en-US" sz="2400" dirty="0"/>
              <a:t>Node A</a:t>
            </a:r>
          </a:p>
        </p:txBody>
      </p:sp>
      <p:sp>
        <p:nvSpPr>
          <p:cNvPr id="3" name="Decision"/>
          <p:cNvSpPr/>
          <p:nvPr/>
        </p:nvSpPr>
        <p:spPr>
          <a:xfrm>
            <a:off x="4572000" y="2057400"/>
            <a:ext cx="1828800" cy="1371600"/>
          </a:xfrm>
          <a:prstGeom prst="diamond">
            <a:avLst/>
          </a:prstGeom>
          <a:solidFill>
            <a:srgbClr val="FCE4D6"/>
          </a:solidFill>
          <a:ln w="12700">
            <a:solidFill>
              <a:srgbClr val="C55A11"/>
            </a:solidFill>
          </a:ln>
        </p:spPr>
        <p:txBody>
          <a:bodyPr anchor="ctr" wrap="square"/>
          <a:lstStyle/>
          <a:p>
            <a:pPr algn="ctr"/>
            <a:r>
              <a:rPr lang="en-US" sz="2400" dirty="0"/>
              <a:t>Decision</a:t>
            </a:r>
          </a:p>
        </p:txBody>
      </p:sp>
      <p:cxnSp>
        <p:nvCxnSpPr>
          <p:cNvPr id="4" name="NodeA--Decision"/>
          <p:cNvCxnSpPr>
            <a:stCxn id="2" idx="3"/>
            <a:endCxn id="3" idx="1"/>
          </p:cNvCxnSpPr>
          <p:nvPr/>
        </p:nvCxnSpPr>
        <p:spPr>
          <a:xfrm>
            <a:off x="2743200" y="2743200"/>
            <a:ext cx="1828800" cy="0"/>
          </a:xfrm>
          <a:prstGeom prst="line">
            <a:avLst/>
          </a:prstGeom>
          <a:ln w="12700" cap="flat" cmpd="sng" algn="ctr">
            <a:solidFill>
              <a:srgbClr val="2F5496"/>
            </a:solidFill>
            <a:prstDash val="solid"/>
            <a:tailEnd type="triangle" w="med" len="med"/>
          </a:ln>
        </p:spPr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pikeTheme">
  <a:themeElements>
    <a:clrScheme name="Spik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pik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pik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 spike-pptx</Application>
  <PresentationFormat>On-screen Show (4:3)</PresentationFormat>
  <Slides>1</Slides>
  <TitlesOfParts>
    <vt:vector size="0" baseType="lpstr"/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md2nativedocx pptx spike</dc:title>
  <dc:creator>md2nativedocx spike-pptx</dc:creator>
  <cp:lastModifiedBy>md2nativedocx spike-pptx</cp:lastModifiedBy>
  <dcterms:created xsi:type="dcterms:W3CDTF">2026-09-02T00:00:00Z</dcterms:created>
  <dcterms:modified xsi:type="dcterms:W3CDTF">2026-09-02T00:00:00Z</dcterms:modified>
</cp:coreProperties>
</file>